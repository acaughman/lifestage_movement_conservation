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698E"/>
    <a:srgbClr val="72D056"/>
    <a:srgbClr val="38B977"/>
    <a:srgbClr val="1F9F88"/>
    <a:srgbClr val="25848E"/>
    <a:srgbClr val="3E4B89"/>
    <a:srgbClr val="482979"/>
    <a:srgbClr val="BBDF27"/>
    <a:srgbClr val="FFFFFF"/>
    <a:srgbClr val="4401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7225-3D64-8750-BA48-75452B5B1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95923-CAE9-F762-C03D-3141EE51C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F45FB-DA0B-4E0E-41D1-9790CF6B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BD5FE-E58F-AAA9-2373-41DED2C0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1C14E-15A5-0006-138D-6776C467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1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8031-470D-4792-15D4-D41EB7E9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F53E8-AA67-73B9-C36B-8B19F4958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5234-1C06-2FEB-7EC5-E6CCF8C40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F1BD3-D32B-F37D-92FA-B9227660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94DAA-333B-A70B-737F-A422E3B5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052C-2269-52E0-BB87-36A71B95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7485C-70CB-7001-B5C2-4E6677A1E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B0CFC-5337-F07F-4021-7200CA2B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262A5-9BBB-0824-8F4D-7B131939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501EF-3712-22CB-A728-9B96D9895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51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E0130-D34C-753B-880F-02635599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BF5DE-7E6F-02C8-88B7-5AC6A53F2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4DA27-7035-587A-1712-A38F2391B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CEE85-C098-CE8E-5D88-E535AB4F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06CCE-83FD-508B-2A41-2C23723A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55970-2567-A5F7-027F-7BDD060C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3B778-1104-B567-C3A0-2FEC628A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98FAE-CA6B-0932-CDDA-4553B2819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C6658-DBED-70DB-6DDF-F57CED109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9BC0B-3995-EB5C-66E8-2618BCBCC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305A9-177B-4334-4A21-FDD12C807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F2C66D-B205-DA6B-8744-73FEE0BC3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AA4B8-1CEB-7891-AB48-7EDA56E6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4A389-E480-6124-CCEC-117AF2ED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E6D60-EAA6-E5C1-3A81-4380A1E6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4583A-4E4A-70FA-92DF-14A012AE5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F5D5A-ADD3-58BC-CF58-8105D21E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4F810-D921-E4F7-535F-93CAFD1F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1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FB4A0-C359-942C-19D1-738E6FC5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6DDCD-873E-40FA-73BD-F9C9D96D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AB292-6581-09DD-3075-DD077DCD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57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12FB-549B-2B55-7B36-B9DA1BB5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9519-B0FF-8551-62B8-DABAB062F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8C4D0-2383-56EB-F422-8A1754C53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5C478-A715-D9DF-FBC5-9E5712AE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C3A3-9A25-20ED-5D07-A2EED652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B00AD-3879-602F-B9EA-39F9C0C2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35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7A1D-4488-06A8-DC78-C1519E81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5F411C-5A38-DAB6-14EE-462F554A2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B4C32-324E-0BD3-3C93-B646CCC8D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8AB97-C155-9952-2052-A3836207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9890C-D5F6-6F30-6CC4-AB55C0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C86E1-1714-C2DB-1593-D495E78D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73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8744-E6AB-8F61-A998-B4BC65C4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C4FB0-3621-A865-BD04-93451AE94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B55E-3F43-A716-B2BB-F12E9DDA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56EF2-D4B5-C550-159A-0B0F968D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06BB7-BD47-1FF9-C110-539CFC56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6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7DD365-A9FC-F994-FD97-28112CBEC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A98B6-FE87-2DED-C066-CBA11F530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B477A-C12B-F4D1-9AA1-B738E820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2500F-EEB5-2230-FF7E-D2ED7AFD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F8BA-8679-2584-F306-12112AC3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4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D90FC-92DA-3CAB-FF3E-59A129D02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97514-C3C7-DB15-D7EE-56ACD1B92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61817-3A97-1B7E-842A-E2BC46CE5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BBFAB-639F-4F44-8AC5-62BA21F76FB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722A1-3E6B-D851-FBDC-3C294080F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CB4B0-BC1C-C451-77C9-E86A58B72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83CA8-9978-4506-9FEA-CE2750DAA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6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roup 389">
            <a:extLst>
              <a:ext uri="{FF2B5EF4-FFF2-40B4-BE49-F238E27FC236}">
                <a16:creationId xmlns:a16="http://schemas.microsoft.com/office/drawing/2014/main" id="{74C6B719-85AD-5FA7-B3F5-97D40D4D566F}"/>
              </a:ext>
            </a:extLst>
          </p:cNvPr>
          <p:cNvGrpSpPr/>
          <p:nvPr/>
        </p:nvGrpSpPr>
        <p:grpSpPr>
          <a:xfrm>
            <a:off x="984999" y="5897744"/>
            <a:ext cx="12007966" cy="646331"/>
            <a:chOff x="1010647" y="4209500"/>
            <a:chExt cx="12007966" cy="646331"/>
          </a:xfrm>
          <a:solidFill>
            <a:srgbClr val="72D056"/>
          </a:solidFill>
        </p:grpSpPr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E67A6488-F8B8-2963-5140-357C37AAEE24}"/>
                </a:ext>
              </a:extLst>
            </p:cNvPr>
            <p:cNvGrpSpPr/>
            <p:nvPr/>
          </p:nvGrpSpPr>
          <p:grpSpPr>
            <a:xfrm>
              <a:off x="1840972" y="4335281"/>
              <a:ext cx="8287910" cy="482769"/>
              <a:chOff x="1840974" y="5051281"/>
              <a:chExt cx="8287910" cy="482769"/>
            </a:xfrm>
            <a:grpFill/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49E05A1B-33DD-B2F1-F431-D8CC89E5CE85}"/>
                  </a:ext>
                </a:extLst>
              </p:cNvPr>
              <p:cNvSpPr/>
              <p:nvPr/>
            </p:nvSpPr>
            <p:spPr>
              <a:xfrm>
                <a:off x="184097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789B3EB4-4744-5C1E-313F-7719A93906DA}"/>
                  </a:ext>
                </a:extLst>
              </p:cNvPr>
              <p:cNvSpPr/>
              <p:nvPr/>
            </p:nvSpPr>
            <p:spPr>
              <a:xfrm>
                <a:off x="2097452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EC4C9439-8B43-A21C-1CBF-17EFBCEF5327}"/>
                  </a:ext>
                </a:extLst>
              </p:cNvPr>
              <p:cNvSpPr/>
              <p:nvPr/>
            </p:nvSpPr>
            <p:spPr>
              <a:xfrm>
                <a:off x="2361002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9F190B56-B58B-C5E4-0060-CEB4A7DD9605}"/>
                  </a:ext>
                </a:extLst>
              </p:cNvPr>
              <p:cNvSpPr/>
              <p:nvPr/>
            </p:nvSpPr>
            <p:spPr>
              <a:xfrm>
                <a:off x="2624552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3AF0326D-97BC-34A9-1F31-3630E6049210}"/>
                  </a:ext>
                </a:extLst>
              </p:cNvPr>
              <p:cNvSpPr/>
              <p:nvPr/>
            </p:nvSpPr>
            <p:spPr>
              <a:xfrm>
                <a:off x="2888102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AFEAE045-164C-F07C-DC0A-4A2EB183BCA6}"/>
                  </a:ext>
                </a:extLst>
              </p:cNvPr>
              <p:cNvSpPr/>
              <p:nvPr/>
            </p:nvSpPr>
            <p:spPr>
              <a:xfrm>
                <a:off x="3144580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C517A3EA-9524-3608-02C0-430318914667}"/>
                  </a:ext>
                </a:extLst>
              </p:cNvPr>
              <p:cNvSpPr/>
              <p:nvPr/>
            </p:nvSpPr>
            <p:spPr>
              <a:xfrm>
                <a:off x="3401058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820EE7D1-D058-D682-226B-FC7CE0518CEC}"/>
                  </a:ext>
                </a:extLst>
              </p:cNvPr>
              <p:cNvSpPr/>
              <p:nvPr/>
            </p:nvSpPr>
            <p:spPr>
              <a:xfrm>
                <a:off x="3657536" y="529987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55C66495-A9B7-EE21-8B16-73CAF33E51D8}"/>
                  </a:ext>
                </a:extLst>
              </p:cNvPr>
              <p:cNvSpPr/>
              <p:nvPr/>
            </p:nvSpPr>
            <p:spPr>
              <a:xfrm>
                <a:off x="3921086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B9A31169-8BFA-0457-1960-CD10AF6EDB8D}"/>
                  </a:ext>
                </a:extLst>
              </p:cNvPr>
              <p:cNvSpPr/>
              <p:nvPr/>
            </p:nvSpPr>
            <p:spPr>
              <a:xfrm>
                <a:off x="417756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4CFC3F70-A68C-CB3C-83DD-137399B792EC}"/>
                  </a:ext>
                </a:extLst>
              </p:cNvPr>
              <p:cNvSpPr/>
              <p:nvPr/>
            </p:nvSpPr>
            <p:spPr>
              <a:xfrm>
                <a:off x="444111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9E69F661-7A97-5662-E8E6-7A8D8767C1BA}"/>
                  </a:ext>
                </a:extLst>
              </p:cNvPr>
              <p:cNvSpPr/>
              <p:nvPr/>
            </p:nvSpPr>
            <p:spPr>
              <a:xfrm>
                <a:off x="470466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20D415A2-6676-CEC8-AF38-83F8A9DD96FB}"/>
                  </a:ext>
                </a:extLst>
              </p:cNvPr>
              <p:cNvSpPr/>
              <p:nvPr/>
            </p:nvSpPr>
            <p:spPr>
              <a:xfrm>
                <a:off x="496821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B9E2DBBB-D96A-91A1-F7E6-EB2062A5238B}"/>
                  </a:ext>
                </a:extLst>
              </p:cNvPr>
              <p:cNvSpPr/>
              <p:nvPr/>
            </p:nvSpPr>
            <p:spPr>
              <a:xfrm>
                <a:off x="5224692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4239A7EF-5F6F-5C69-12B5-E2BA86C299AD}"/>
                  </a:ext>
                </a:extLst>
              </p:cNvPr>
              <p:cNvSpPr/>
              <p:nvPr/>
            </p:nvSpPr>
            <p:spPr>
              <a:xfrm>
                <a:off x="5481170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F4A3DF9B-8F06-CCE8-A2B8-368A6A03DF1D}"/>
                  </a:ext>
                </a:extLst>
              </p:cNvPr>
              <p:cNvSpPr/>
              <p:nvPr/>
            </p:nvSpPr>
            <p:spPr>
              <a:xfrm>
                <a:off x="5737648" y="529987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DE206ABA-6EE0-82F6-2AA1-614BE6A353E7}"/>
                  </a:ext>
                </a:extLst>
              </p:cNvPr>
              <p:cNvSpPr/>
              <p:nvPr/>
            </p:nvSpPr>
            <p:spPr>
              <a:xfrm>
                <a:off x="5981936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D196063-13F1-B744-F14C-46E5CD4F0B2A}"/>
                  </a:ext>
                </a:extLst>
              </p:cNvPr>
              <p:cNvSpPr/>
              <p:nvPr/>
            </p:nvSpPr>
            <p:spPr>
              <a:xfrm>
                <a:off x="623841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11391E68-0356-E0CE-E53C-BDFCB36521D3}"/>
                  </a:ext>
                </a:extLst>
              </p:cNvPr>
              <p:cNvSpPr/>
              <p:nvPr/>
            </p:nvSpPr>
            <p:spPr>
              <a:xfrm>
                <a:off x="650196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86E6B0EE-3190-1829-539E-9E7FD06B210A}"/>
                  </a:ext>
                </a:extLst>
              </p:cNvPr>
              <p:cNvSpPr/>
              <p:nvPr/>
            </p:nvSpPr>
            <p:spPr>
              <a:xfrm>
                <a:off x="676551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C5547039-4905-F3AC-4CD8-CBAFB3CDBADF}"/>
                  </a:ext>
                </a:extLst>
              </p:cNvPr>
              <p:cNvSpPr/>
              <p:nvPr/>
            </p:nvSpPr>
            <p:spPr>
              <a:xfrm>
                <a:off x="702906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930CF5D6-0914-D968-724C-E952727B75A9}"/>
                  </a:ext>
                </a:extLst>
              </p:cNvPr>
              <p:cNvSpPr/>
              <p:nvPr/>
            </p:nvSpPr>
            <p:spPr>
              <a:xfrm>
                <a:off x="7285542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6534BFD4-72A2-89BA-0F16-C555C1AF89A7}"/>
                  </a:ext>
                </a:extLst>
              </p:cNvPr>
              <p:cNvSpPr/>
              <p:nvPr/>
            </p:nvSpPr>
            <p:spPr>
              <a:xfrm>
                <a:off x="7542020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96CFC383-CA25-A3E6-E600-9E0CC5A0EE19}"/>
                  </a:ext>
                </a:extLst>
              </p:cNvPr>
              <p:cNvSpPr/>
              <p:nvPr/>
            </p:nvSpPr>
            <p:spPr>
              <a:xfrm>
                <a:off x="7798498" y="529987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261F09F2-D8C1-C8E1-0845-DA7477980291}"/>
                  </a:ext>
                </a:extLst>
              </p:cNvPr>
              <p:cNvSpPr/>
              <p:nvPr/>
            </p:nvSpPr>
            <p:spPr>
              <a:xfrm>
                <a:off x="8054976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E1E64C52-BF6A-4B81-809A-076139E2F1E3}"/>
                  </a:ext>
                </a:extLst>
              </p:cNvPr>
              <p:cNvSpPr/>
              <p:nvPr/>
            </p:nvSpPr>
            <p:spPr>
              <a:xfrm>
                <a:off x="831145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F31F0B01-F616-7685-251E-5738E08A3052}"/>
                  </a:ext>
                </a:extLst>
              </p:cNvPr>
              <p:cNvSpPr/>
              <p:nvPr/>
            </p:nvSpPr>
            <p:spPr>
              <a:xfrm>
                <a:off x="857500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403663D6-4298-0106-2579-8B510C3976F4}"/>
                  </a:ext>
                </a:extLst>
              </p:cNvPr>
              <p:cNvSpPr/>
              <p:nvPr/>
            </p:nvSpPr>
            <p:spPr>
              <a:xfrm>
                <a:off x="883855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515E32F6-2554-3EC5-BC0B-667B2360383F}"/>
                  </a:ext>
                </a:extLst>
              </p:cNvPr>
              <p:cNvSpPr/>
              <p:nvPr/>
            </p:nvSpPr>
            <p:spPr>
              <a:xfrm>
                <a:off x="9102104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E84FF5B8-D512-BA18-2C1A-95ACC3E4E749}"/>
                  </a:ext>
                </a:extLst>
              </p:cNvPr>
              <p:cNvSpPr/>
              <p:nvPr/>
            </p:nvSpPr>
            <p:spPr>
              <a:xfrm>
                <a:off x="9358582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2AFB5184-765E-4E05-4D24-057F482AFD2E}"/>
                  </a:ext>
                </a:extLst>
              </p:cNvPr>
              <p:cNvSpPr/>
              <p:nvPr/>
            </p:nvSpPr>
            <p:spPr>
              <a:xfrm>
                <a:off x="9615060" y="529904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EC77325D-DF85-EE74-56A2-F9FBB4584709}"/>
                  </a:ext>
                </a:extLst>
              </p:cNvPr>
              <p:cNvSpPr/>
              <p:nvPr/>
            </p:nvSpPr>
            <p:spPr>
              <a:xfrm>
                <a:off x="9871538" y="529987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C085F010-357F-F466-AD62-0C50C8DCE786}"/>
                  </a:ext>
                </a:extLst>
              </p:cNvPr>
              <p:cNvSpPr/>
              <p:nvPr/>
            </p:nvSpPr>
            <p:spPr>
              <a:xfrm>
                <a:off x="184184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C2975E48-729D-BE45-AB86-DD3BB1DBB51C}"/>
                  </a:ext>
                </a:extLst>
              </p:cNvPr>
              <p:cNvSpPr/>
              <p:nvPr/>
            </p:nvSpPr>
            <p:spPr>
              <a:xfrm>
                <a:off x="2098320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0203A27F-3107-1BC1-6388-3215E911964B}"/>
                  </a:ext>
                </a:extLst>
              </p:cNvPr>
              <p:cNvSpPr/>
              <p:nvPr/>
            </p:nvSpPr>
            <p:spPr>
              <a:xfrm>
                <a:off x="2361870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F40C05BD-0A22-DBE7-DE4A-85F5FAB82592}"/>
                  </a:ext>
                </a:extLst>
              </p:cNvPr>
              <p:cNvSpPr/>
              <p:nvPr/>
            </p:nvSpPr>
            <p:spPr>
              <a:xfrm>
                <a:off x="2625420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2C694167-4557-9F34-9671-F28F82641ED1}"/>
                  </a:ext>
                </a:extLst>
              </p:cNvPr>
              <p:cNvSpPr/>
              <p:nvPr/>
            </p:nvSpPr>
            <p:spPr>
              <a:xfrm>
                <a:off x="2888970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4C0BD7A9-4CC4-9029-A635-C3BC04BB1FFA}"/>
                  </a:ext>
                </a:extLst>
              </p:cNvPr>
              <p:cNvSpPr/>
              <p:nvPr/>
            </p:nvSpPr>
            <p:spPr>
              <a:xfrm>
                <a:off x="3145448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FF8C4562-E535-DFD6-F71F-FC33EB401272}"/>
                  </a:ext>
                </a:extLst>
              </p:cNvPr>
              <p:cNvSpPr/>
              <p:nvPr/>
            </p:nvSpPr>
            <p:spPr>
              <a:xfrm>
                <a:off x="3401926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51C6739A-2EAB-8120-1B78-4730B0D8DC53}"/>
                  </a:ext>
                </a:extLst>
              </p:cNvPr>
              <p:cNvSpPr/>
              <p:nvPr/>
            </p:nvSpPr>
            <p:spPr>
              <a:xfrm>
                <a:off x="3658404" y="505210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14DEEDE7-55A3-B09C-F4EA-71C9BC627493}"/>
                  </a:ext>
                </a:extLst>
              </p:cNvPr>
              <p:cNvSpPr/>
              <p:nvPr/>
            </p:nvSpPr>
            <p:spPr>
              <a:xfrm>
                <a:off x="3921954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EA0C3643-7E96-88F9-F4B8-04A28108AE6D}"/>
                  </a:ext>
                </a:extLst>
              </p:cNvPr>
              <p:cNvSpPr/>
              <p:nvPr/>
            </p:nvSpPr>
            <p:spPr>
              <a:xfrm>
                <a:off x="417843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78BC9D95-4212-D7C8-9618-90527A6B0A82}"/>
                  </a:ext>
                </a:extLst>
              </p:cNvPr>
              <p:cNvSpPr/>
              <p:nvPr/>
            </p:nvSpPr>
            <p:spPr>
              <a:xfrm>
                <a:off x="444198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E9E82075-F987-B2F3-5F82-6CBFF39A4CC5}"/>
                  </a:ext>
                </a:extLst>
              </p:cNvPr>
              <p:cNvSpPr/>
              <p:nvPr/>
            </p:nvSpPr>
            <p:spPr>
              <a:xfrm>
                <a:off x="470553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5D4BFB87-BB1E-0E20-9847-11862E50F9B5}"/>
                  </a:ext>
                </a:extLst>
              </p:cNvPr>
              <p:cNvSpPr/>
              <p:nvPr/>
            </p:nvSpPr>
            <p:spPr>
              <a:xfrm>
                <a:off x="496908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2A2E1251-4906-60DC-914E-BCF2B27E35AB}"/>
                  </a:ext>
                </a:extLst>
              </p:cNvPr>
              <p:cNvSpPr/>
              <p:nvPr/>
            </p:nvSpPr>
            <p:spPr>
              <a:xfrm>
                <a:off x="5225560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4F1AA619-77C0-15EE-E098-49A6AC76E25F}"/>
                  </a:ext>
                </a:extLst>
              </p:cNvPr>
              <p:cNvSpPr/>
              <p:nvPr/>
            </p:nvSpPr>
            <p:spPr>
              <a:xfrm>
                <a:off x="5482038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840C5DDF-CC7C-2A8D-7F41-4E75CE96DDA7}"/>
                  </a:ext>
                </a:extLst>
              </p:cNvPr>
              <p:cNvSpPr/>
              <p:nvPr/>
            </p:nvSpPr>
            <p:spPr>
              <a:xfrm>
                <a:off x="5738516" y="505210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7A024796-858A-AEFE-32D3-15369D7ED16C}"/>
                  </a:ext>
                </a:extLst>
              </p:cNvPr>
              <p:cNvSpPr/>
              <p:nvPr/>
            </p:nvSpPr>
            <p:spPr>
              <a:xfrm>
                <a:off x="5982804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4E0759CB-02FE-E81C-1361-1F68D787F5AE}"/>
                  </a:ext>
                </a:extLst>
              </p:cNvPr>
              <p:cNvSpPr/>
              <p:nvPr/>
            </p:nvSpPr>
            <p:spPr>
              <a:xfrm>
                <a:off x="623928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0280625B-B49C-4568-39EA-D574A5FA206D}"/>
                  </a:ext>
                </a:extLst>
              </p:cNvPr>
              <p:cNvSpPr/>
              <p:nvPr/>
            </p:nvSpPr>
            <p:spPr>
              <a:xfrm>
                <a:off x="650283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1CDDD913-80B2-60E0-31BD-AAE0D99E7020}"/>
                  </a:ext>
                </a:extLst>
              </p:cNvPr>
              <p:cNvSpPr/>
              <p:nvPr/>
            </p:nvSpPr>
            <p:spPr>
              <a:xfrm>
                <a:off x="676638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E9A463E0-5887-EEEF-5EE7-0F66E6770E7A}"/>
                  </a:ext>
                </a:extLst>
              </p:cNvPr>
              <p:cNvSpPr/>
              <p:nvPr/>
            </p:nvSpPr>
            <p:spPr>
              <a:xfrm>
                <a:off x="702993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4E069A88-FF5C-37CE-B87C-FAABF461BFF1}"/>
                  </a:ext>
                </a:extLst>
              </p:cNvPr>
              <p:cNvSpPr/>
              <p:nvPr/>
            </p:nvSpPr>
            <p:spPr>
              <a:xfrm>
                <a:off x="7286410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BDF112B9-86CA-F51A-9F22-C8F3FBFE41F8}"/>
                  </a:ext>
                </a:extLst>
              </p:cNvPr>
              <p:cNvSpPr/>
              <p:nvPr/>
            </p:nvSpPr>
            <p:spPr>
              <a:xfrm>
                <a:off x="7542888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177CB8B6-81B9-7737-1F26-087097C390F5}"/>
                  </a:ext>
                </a:extLst>
              </p:cNvPr>
              <p:cNvSpPr/>
              <p:nvPr/>
            </p:nvSpPr>
            <p:spPr>
              <a:xfrm>
                <a:off x="7799366" y="505210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6F15C944-1138-1991-E7A6-11DEB790A9C6}"/>
                  </a:ext>
                </a:extLst>
              </p:cNvPr>
              <p:cNvSpPr/>
              <p:nvPr/>
            </p:nvSpPr>
            <p:spPr>
              <a:xfrm>
                <a:off x="8055844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8EC85C2A-9C5F-3D50-7CE7-D55BDC92849C}"/>
                  </a:ext>
                </a:extLst>
              </p:cNvPr>
              <p:cNvSpPr/>
              <p:nvPr/>
            </p:nvSpPr>
            <p:spPr>
              <a:xfrm>
                <a:off x="831232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B0AF0BE1-27AC-BDB0-A0EB-46D1836ED2E7}"/>
                  </a:ext>
                </a:extLst>
              </p:cNvPr>
              <p:cNvSpPr/>
              <p:nvPr/>
            </p:nvSpPr>
            <p:spPr>
              <a:xfrm>
                <a:off x="857587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23504A4D-9E33-B4AC-3004-48DC5B543E47}"/>
                  </a:ext>
                </a:extLst>
              </p:cNvPr>
              <p:cNvSpPr/>
              <p:nvPr/>
            </p:nvSpPr>
            <p:spPr>
              <a:xfrm>
                <a:off x="883942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801EC68D-6E29-F743-3863-415AB0192FE6}"/>
                  </a:ext>
                </a:extLst>
              </p:cNvPr>
              <p:cNvSpPr/>
              <p:nvPr/>
            </p:nvSpPr>
            <p:spPr>
              <a:xfrm>
                <a:off x="9102972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17103F46-378C-711B-1845-B9AD603FEDD6}"/>
                  </a:ext>
                </a:extLst>
              </p:cNvPr>
              <p:cNvSpPr/>
              <p:nvPr/>
            </p:nvSpPr>
            <p:spPr>
              <a:xfrm>
                <a:off x="9359450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46E4EA23-C37C-EB20-FEF2-AF3306C549BF}"/>
                  </a:ext>
                </a:extLst>
              </p:cNvPr>
              <p:cNvSpPr/>
              <p:nvPr/>
            </p:nvSpPr>
            <p:spPr>
              <a:xfrm>
                <a:off x="9615928" y="5051281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397B7AA8-CBCD-BE82-8536-B4D832DC7098}"/>
                  </a:ext>
                </a:extLst>
              </p:cNvPr>
              <p:cNvSpPr/>
              <p:nvPr/>
            </p:nvSpPr>
            <p:spPr>
              <a:xfrm>
                <a:off x="9872406" y="505210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6C5D1C33-B5E5-AB3F-C12B-FE8DC9145860}"/>
                </a:ext>
              </a:extLst>
            </p:cNvPr>
            <p:cNvSpPr txBox="1"/>
            <p:nvPr/>
          </p:nvSpPr>
          <p:spPr>
            <a:xfrm>
              <a:off x="1010647" y="4209500"/>
              <a:ext cx="1270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Adult</a:t>
              </a:r>
            </a:p>
            <a:p>
              <a:r>
                <a:rPr lang="en-US" dirty="0"/>
                <a:t>Larvae</a:t>
              </a:r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6CA313BD-7738-06A4-8DFB-BB4C13F2A520}"/>
                </a:ext>
              </a:extLst>
            </p:cNvPr>
            <p:cNvSpPr txBox="1"/>
            <p:nvPr/>
          </p:nvSpPr>
          <p:spPr>
            <a:xfrm>
              <a:off x="10320866" y="4209500"/>
              <a:ext cx="2697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high / med</a:t>
              </a: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5E9022D4-6408-1883-7031-15553DC52D7F}"/>
              </a:ext>
            </a:extLst>
          </p:cNvPr>
          <p:cNvGrpSpPr/>
          <p:nvPr/>
        </p:nvGrpSpPr>
        <p:grpSpPr>
          <a:xfrm>
            <a:off x="1010646" y="3367136"/>
            <a:ext cx="12007966" cy="692498"/>
            <a:chOff x="1010649" y="3632135"/>
            <a:chExt cx="12007966" cy="692498"/>
          </a:xfrm>
          <a:solidFill>
            <a:srgbClr val="25848E"/>
          </a:solidFill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E96D7D9E-A3F0-2B8F-C944-ABBB24B00FB1}"/>
                </a:ext>
              </a:extLst>
            </p:cNvPr>
            <p:cNvGrpSpPr/>
            <p:nvPr/>
          </p:nvGrpSpPr>
          <p:grpSpPr>
            <a:xfrm>
              <a:off x="1858682" y="3779151"/>
              <a:ext cx="8287042" cy="482322"/>
              <a:chOff x="1858682" y="4125662"/>
              <a:chExt cx="8287042" cy="482322"/>
            </a:xfrm>
            <a:grpFill/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40C47E0F-A6FA-E1EB-084A-D3F19C04F7D3}"/>
                  </a:ext>
                </a:extLst>
              </p:cNvPr>
              <p:cNvSpPr/>
              <p:nvPr/>
            </p:nvSpPr>
            <p:spPr>
              <a:xfrm>
                <a:off x="185868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940B677D-05D3-FBC7-1293-A940627C917D}"/>
                  </a:ext>
                </a:extLst>
              </p:cNvPr>
              <p:cNvSpPr/>
              <p:nvPr/>
            </p:nvSpPr>
            <p:spPr>
              <a:xfrm>
                <a:off x="2115160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3C01635-B57B-29F2-F975-4937AD460CBE}"/>
                  </a:ext>
                </a:extLst>
              </p:cNvPr>
              <p:cNvSpPr/>
              <p:nvPr/>
            </p:nvSpPr>
            <p:spPr>
              <a:xfrm>
                <a:off x="2378710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35F8840F-D1F5-7940-AF91-654B80AC5460}"/>
                  </a:ext>
                </a:extLst>
              </p:cNvPr>
              <p:cNvSpPr/>
              <p:nvPr/>
            </p:nvSpPr>
            <p:spPr>
              <a:xfrm>
                <a:off x="2642260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7065B32F-E970-6855-7AB1-4F69B96A1FDC}"/>
                  </a:ext>
                </a:extLst>
              </p:cNvPr>
              <p:cNvSpPr/>
              <p:nvPr/>
            </p:nvSpPr>
            <p:spPr>
              <a:xfrm>
                <a:off x="2905810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55F4948C-128B-D494-3C6C-C116F390041C}"/>
                  </a:ext>
                </a:extLst>
              </p:cNvPr>
              <p:cNvSpPr/>
              <p:nvPr/>
            </p:nvSpPr>
            <p:spPr>
              <a:xfrm>
                <a:off x="3162288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8166D35-5BB9-582D-9F2A-9539C1F79002}"/>
                  </a:ext>
                </a:extLst>
              </p:cNvPr>
              <p:cNvSpPr/>
              <p:nvPr/>
            </p:nvSpPr>
            <p:spPr>
              <a:xfrm>
                <a:off x="3418766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23C03D21-94FB-6EDF-D6C0-10693E35F5C3}"/>
                  </a:ext>
                </a:extLst>
              </p:cNvPr>
              <p:cNvSpPr/>
              <p:nvPr/>
            </p:nvSpPr>
            <p:spPr>
              <a:xfrm>
                <a:off x="3675244" y="437380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F386FF62-B75C-17BE-905C-B0BFF7E28382}"/>
                  </a:ext>
                </a:extLst>
              </p:cNvPr>
              <p:cNvSpPr/>
              <p:nvPr/>
            </p:nvSpPr>
            <p:spPr>
              <a:xfrm>
                <a:off x="3938794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3F47C25C-45C0-8C11-8E09-96A04241AB2F}"/>
                  </a:ext>
                </a:extLst>
              </p:cNvPr>
              <p:cNvSpPr/>
              <p:nvPr/>
            </p:nvSpPr>
            <p:spPr>
              <a:xfrm>
                <a:off x="419527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683EE9F3-ED47-F296-296E-461D52D0F18A}"/>
                  </a:ext>
                </a:extLst>
              </p:cNvPr>
              <p:cNvSpPr/>
              <p:nvPr/>
            </p:nvSpPr>
            <p:spPr>
              <a:xfrm>
                <a:off x="445882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550D047-2549-40D9-F2F6-3CFCBA6B220B}"/>
                  </a:ext>
                </a:extLst>
              </p:cNvPr>
              <p:cNvSpPr/>
              <p:nvPr/>
            </p:nvSpPr>
            <p:spPr>
              <a:xfrm>
                <a:off x="472237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DD09EAD-30F8-71A7-8E2E-3FED08F9E09A}"/>
                  </a:ext>
                </a:extLst>
              </p:cNvPr>
              <p:cNvSpPr/>
              <p:nvPr/>
            </p:nvSpPr>
            <p:spPr>
              <a:xfrm>
                <a:off x="498592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AA8E73C9-CB4E-3404-C4DC-4E0C426CDFA6}"/>
                  </a:ext>
                </a:extLst>
              </p:cNvPr>
              <p:cNvSpPr/>
              <p:nvPr/>
            </p:nvSpPr>
            <p:spPr>
              <a:xfrm>
                <a:off x="5242400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E85F27D7-D636-D99B-2F14-67DA451F90DA}"/>
                  </a:ext>
                </a:extLst>
              </p:cNvPr>
              <p:cNvSpPr/>
              <p:nvPr/>
            </p:nvSpPr>
            <p:spPr>
              <a:xfrm>
                <a:off x="5498878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129E1259-4A6B-7307-DC99-33B9EB0C56A2}"/>
                  </a:ext>
                </a:extLst>
              </p:cNvPr>
              <p:cNvSpPr/>
              <p:nvPr/>
            </p:nvSpPr>
            <p:spPr>
              <a:xfrm>
                <a:off x="5755356" y="437380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2BF6BE17-68A2-BF14-0A5E-4057B7048B9E}"/>
                  </a:ext>
                </a:extLst>
              </p:cNvPr>
              <p:cNvSpPr/>
              <p:nvPr/>
            </p:nvSpPr>
            <p:spPr>
              <a:xfrm>
                <a:off x="5999644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7DCC59F7-9786-868E-B234-C4614B2C6B21}"/>
                  </a:ext>
                </a:extLst>
              </p:cNvPr>
              <p:cNvSpPr/>
              <p:nvPr/>
            </p:nvSpPr>
            <p:spPr>
              <a:xfrm>
                <a:off x="625612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3164D4E5-66D0-D804-DA0D-0B5368BC30CB}"/>
                  </a:ext>
                </a:extLst>
              </p:cNvPr>
              <p:cNvSpPr/>
              <p:nvPr/>
            </p:nvSpPr>
            <p:spPr>
              <a:xfrm>
                <a:off x="651967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BB89C47E-FC50-A661-B06B-416BE06DC906}"/>
                  </a:ext>
                </a:extLst>
              </p:cNvPr>
              <p:cNvSpPr/>
              <p:nvPr/>
            </p:nvSpPr>
            <p:spPr>
              <a:xfrm>
                <a:off x="678322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7988C489-F653-061F-C725-FB32A6EDDC24}"/>
                  </a:ext>
                </a:extLst>
              </p:cNvPr>
              <p:cNvSpPr/>
              <p:nvPr/>
            </p:nvSpPr>
            <p:spPr>
              <a:xfrm>
                <a:off x="704677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90114742-488B-A749-EA55-53A43218B3A4}"/>
                  </a:ext>
                </a:extLst>
              </p:cNvPr>
              <p:cNvSpPr/>
              <p:nvPr/>
            </p:nvSpPr>
            <p:spPr>
              <a:xfrm>
                <a:off x="7303250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45E88B82-B1C0-D331-695C-6C275FB91B02}"/>
                  </a:ext>
                </a:extLst>
              </p:cNvPr>
              <p:cNvSpPr/>
              <p:nvPr/>
            </p:nvSpPr>
            <p:spPr>
              <a:xfrm>
                <a:off x="7559728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141215D-2833-9A07-DF47-84F800294D43}"/>
                  </a:ext>
                </a:extLst>
              </p:cNvPr>
              <p:cNvSpPr/>
              <p:nvPr/>
            </p:nvSpPr>
            <p:spPr>
              <a:xfrm>
                <a:off x="7816206" y="437380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31D1CEFB-6BBC-3B05-5199-0B0EBC648D5A}"/>
                  </a:ext>
                </a:extLst>
              </p:cNvPr>
              <p:cNvSpPr/>
              <p:nvPr/>
            </p:nvSpPr>
            <p:spPr>
              <a:xfrm>
                <a:off x="8072684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9A42003A-7755-0AFB-15FF-9FA5A512A203}"/>
                  </a:ext>
                </a:extLst>
              </p:cNvPr>
              <p:cNvSpPr/>
              <p:nvPr/>
            </p:nvSpPr>
            <p:spPr>
              <a:xfrm>
                <a:off x="832916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A448F4F-519C-F5D4-B301-12BE83DAAF58}"/>
                  </a:ext>
                </a:extLst>
              </p:cNvPr>
              <p:cNvSpPr/>
              <p:nvPr/>
            </p:nvSpPr>
            <p:spPr>
              <a:xfrm>
                <a:off x="859271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10032768-333C-FD18-029C-4142DB79BEC4}"/>
                  </a:ext>
                </a:extLst>
              </p:cNvPr>
              <p:cNvSpPr/>
              <p:nvPr/>
            </p:nvSpPr>
            <p:spPr>
              <a:xfrm>
                <a:off x="885626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4392D72-3FD6-DFD3-35E4-8D9E76203317}"/>
                  </a:ext>
                </a:extLst>
              </p:cNvPr>
              <p:cNvSpPr/>
              <p:nvPr/>
            </p:nvSpPr>
            <p:spPr>
              <a:xfrm>
                <a:off x="9119812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37172BAB-58DB-1DCB-4B94-E07E8C86CF84}"/>
                  </a:ext>
                </a:extLst>
              </p:cNvPr>
              <p:cNvSpPr/>
              <p:nvPr/>
            </p:nvSpPr>
            <p:spPr>
              <a:xfrm>
                <a:off x="9376290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E1713BDE-25A5-C41D-D111-53FC15C40FD8}"/>
                  </a:ext>
                </a:extLst>
              </p:cNvPr>
              <p:cNvSpPr/>
              <p:nvPr/>
            </p:nvSpPr>
            <p:spPr>
              <a:xfrm>
                <a:off x="9632768" y="437298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CB4CB37-F821-1A3E-AF40-4DCFD7E4E0BF}"/>
                  </a:ext>
                </a:extLst>
              </p:cNvPr>
              <p:cNvSpPr/>
              <p:nvPr/>
            </p:nvSpPr>
            <p:spPr>
              <a:xfrm>
                <a:off x="9889246" y="437380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54ADF343-E489-AD94-C4E9-C4802E6AD94E}"/>
                  </a:ext>
                </a:extLst>
              </p:cNvPr>
              <p:cNvSpPr/>
              <p:nvPr/>
            </p:nvSpPr>
            <p:spPr>
              <a:xfrm>
                <a:off x="1979849" y="4147950"/>
                <a:ext cx="116611" cy="21309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C3F6DA5D-42C1-EF9E-B0A6-36274BA2C9C3}"/>
                  </a:ext>
                </a:extLst>
              </p:cNvPr>
              <p:cNvSpPr/>
              <p:nvPr/>
            </p:nvSpPr>
            <p:spPr>
              <a:xfrm>
                <a:off x="1858682" y="412566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BD17098B-ECF2-8B6D-5FFE-D46485B5DF28}"/>
                  </a:ext>
                </a:extLst>
              </p:cNvPr>
              <p:cNvSpPr/>
              <p:nvPr/>
            </p:nvSpPr>
            <p:spPr>
              <a:xfrm>
                <a:off x="2115160" y="412566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BAE0804D-FA93-617A-EC85-730C7C0A390E}"/>
                  </a:ext>
                </a:extLst>
              </p:cNvPr>
              <p:cNvSpPr/>
              <p:nvPr/>
            </p:nvSpPr>
            <p:spPr>
              <a:xfrm>
                <a:off x="2378710" y="412566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60FEE7B1-B7E3-EA61-9E8E-7E8CC1891165}"/>
                  </a:ext>
                </a:extLst>
              </p:cNvPr>
              <p:cNvSpPr/>
              <p:nvPr/>
            </p:nvSpPr>
            <p:spPr>
              <a:xfrm>
                <a:off x="2642260" y="412566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ECFEF2AD-54A8-AEE3-73C4-428B12F07B3C}"/>
                  </a:ext>
                </a:extLst>
              </p:cNvPr>
              <p:cNvSpPr/>
              <p:nvPr/>
            </p:nvSpPr>
            <p:spPr>
              <a:xfrm>
                <a:off x="2905810" y="412566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1DAC72B9-EF02-95AF-7AC2-6DDFA348BB1E}"/>
                  </a:ext>
                </a:extLst>
              </p:cNvPr>
              <p:cNvSpPr/>
              <p:nvPr/>
            </p:nvSpPr>
            <p:spPr>
              <a:xfrm>
                <a:off x="3162288" y="412566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A0105D70-64DC-394F-B22D-7471E746EAEF}"/>
                  </a:ext>
                </a:extLst>
              </p:cNvPr>
              <p:cNvSpPr/>
              <p:nvPr/>
            </p:nvSpPr>
            <p:spPr>
              <a:xfrm>
                <a:off x="3418766" y="412566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1AF0A8FD-082B-AD19-658B-48922D370968}"/>
                  </a:ext>
                </a:extLst>
              </p:cNvPr>
              <p:cNvSpPr/>
              <p:nvPr/>
            </p:nvSpPr>
            <p:spPr>
              <a:xfrm>
                <a:off x="3675244" y="41264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3F3A7011-D6C8-FDC4-4E0B-DF2130D1852B}"/>
                </a:ext>
              </a:extLst>
            </p:cNvPr>
            <p:cNvSpPr txBox="1"/>
            <p:nvPr/>
          </p:nvSpPr>
          <p:spPr>
            <a:xfrm>
              <a:off x="1010649" y="3678302"/>
              <a:ext cx="1270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Adult</a:t>
              </a:r>
            </a:p>
            <a:p>
              <a:r>
                <a:rPr lang="en-US" dirty="0"/>
                <a:t>Larvae</a:t>
              </a: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439241B4-3132-5476-9F8A-BE6BAF7DCB06}"/>
                </a:ext>
              </a:extLst>
            </p:cNvPr>
            <p:cNvSpPr txBox="1"/>
            <p:nvPr/>
          </p:nvSpPr>
          <p:spPr>
            <a:xfrm>
              <a:off x="10320868" y="3632135"/>
              <a:ext cx="2697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med / med</a:t>
              </a:r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32B556DC-9A40-CD5E-7806-C38B244C0930}"/>
              </a:ext>
            </a:extLst>
          </p:cNvPr>
          <p:cNvGrpSpPr/>
          <p:nvPr/>
        </p:nvGrpSpPr>
        <p:grpSpPr>
          <a:xfrm>
            <a:off x="984999" y="845645"/>
            <a:ext cx="12007966" cy="646331"/>
            <a:chOff x="1010649" y="2782669"/>
            <a:chExt cx="12007966" cy="646331"/>
          </a:xfrm>
          <a:solidFill>
            <a:srgbClr val="482979"/>
          </a:solidFill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C37A48C4-54A1-7087-1401-E8E639C3E763}"/>
                </a:ext>
              </a:extLst>
            </p:cNvPr>
            <p:cNvGrpSpPr/>
            <p:nvPr/>
          </p:nvGrpSpPr>
          <p:grpSpPr>
            <a:xfrm>
              <a:off x="1850886" y="2895486"/>
              <a:ext cx="8287766" cy="474430"/>
              <a:chOff x="1850886" y="2972486"/>
              <a:chExt cx="8287766" cy="474430"/>
            </a:xfrm>
            <a:grpFill/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5BB7F2D-24D2-893A-1306-42116FF5CD61}"/>
                  </a:ext>
                </a:extLst>
              </p:cNvPr>
              <p:cNvSpPr/>
              <p:nvPr/>
            </p:nvSpPr>
            <p:spPr>
              <a:xfrm>
                <a:off x="185161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C060D41E-5601-3294-C875-6D872A60EED3}"/>
                  </a:ext>
                </a:extLst>
              </p:cNvPr>
              <p:cNvSpPr/>
              <p:nvPr/>
            </p:nvSpPr>
            <p:spPr>
              <a:xfrm>
                <a:off x="2108088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516CF76-91A8-BD7D-0E6F-21087A8F22C4}"/>
                  </a:ext>
                </a:extLst>
              </p:cNvPr>
              <p:cNvSpPr/>
              <p:nvPr/>
            </p:nvSpPr>
            <p:spPr>
              <a:xfrm>
                <a:off x="2371638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6F0B175C-6C47-2C93-773E-99326A0CB057}"/>
                  </a:ext>
                </a:extLst>
              </p:cNvPr>
              <p:cNvSpPr/>
              <p:nvPr/>
            </p:nvSpPr>
            <p:spPr>
              <a:xfrm>
                <a:off x="2635188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31CAFCCA-C9A4-6055-3A1A-B9133A1E33F1}"/>
                  </a:ext>
                </a:extLst>
              </p:cNvPr>
              <p:cNvSpPr/>
              <p:nvPr/>
            </p:nvSpPr>
            <p:spPr>
              <a:xfrm>
                <a:off x="2898738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A00C665-FD55-50BD-DEAF-7C006BB203F8}"/>
                  </a:ext>
                </a:extLst>
              </p:cNvPr>
              <p:cNvSpPr/>
              <p:nvPr/>
            </p:nvSpPr>
            <p:spPr>
              <a:xfrm>
                <a:off x="3155216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F5EECE7-5992-1706-3B91-29B6685A2738}"/>
                  </a:ext>
                </a:extLst>
              </p:cNvPr>
              <p:cNvSpPr/>
              <p:nvPr/>
            </p:nvSpPr>
            <p:spPr>
              <a:xfrm>
                <a:off x="3411694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7B09881D-AE03-8246-06AD-00C5FCA2E7A5}"/>
                  </a:ext>
                </a:extLst>
              </p:cNvPr>
              <p:cNvSpPr/>
              <p:nvPr/>
            </p:nvSpPr>
            <p:spPr>
              <a:xfrm>
                <a:off x="3668172" y="321274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0C4481C-ADE2-4042-B190-4AB36C3B830F}"/>
                  </a:ext>
                </a:extLst>
              </p:cNvPr>
              <p:cNvSpPr/>
              <p:nvPr/>
            </p:nvSpPr>
            <p:spPr>
              <a:xfrm>
                <a:off x="3931722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2BADA62-53D9-498B-82BC-AAA8B45FDDA3}"/>
                  </a:ext>
                </a:extLst>
              </p:cNvPr>
              <p:cNvSpPr/>
              <p:nvPr/>
            </p:nvSpPr>
            <p:spPr>
              <a:xfrm>
                <a:off x="418820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CE0DB5B-DD60-BBBC-77AD-DE7AAC4170E7}"/>
                  </a:ext>
                </a:extLst>
              </p:cNvPr>
              <p:cNvSpPr/>
              <p:nvPr/>
            </p:nvSpPr>
            <p:spPr>
              <a:xfrm>
                <a:off x="445175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4B22E06-C3BB-28A2-A145-C2037762BDB2}"/>
                  </a:ext>
                </a:extLst>
              </p:cNvPr>
              <p:cNvSpPr/>
              <p:nvPr/>
            </p:nvSpPr>
            <p:spPr>
              <a:xfrm>
                <a:off x="471530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B8EEDC6-E299-FFCC-1535-CFABC4AB16B9}"/>
                  </a:ext>
                </a:extLst>
              </p:cNvPr>
              <p:cNvSpPr/>
              <p:nvPr/>
            </p:nvSpPr>
            <p:spPr>
              <a:xfrm>
                <a:off x="497885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22E82B2A-76B4-7907-89C9-FC0CB2055729}"/>
                  </a:ext>
                </a:extLst>
              </p:cNvPr>
              <p:cNvSpPr/>
              <p:nvPr/>
            </p:nvSpPr>
            <p:spPr>
              <a:xfrm>
                <a:off x="5235328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8A1FD0D-7432-C81B-F2F8-E64B949DD04F}"/>
                  </a:ext>
                </a:extLst>
              </p:cNvPr>
              <p:cNvSpPr/>
              <p:nvPr/>
            </p:nvSpPr>
            <p:spPr>
              <a:xfrm>
                <a:off x="5491806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D32FFBB-F275-7AD6-30F4-F959672F6157}"/>
                  </a:ext>
                </a:extLst>
              </p:cNvPr>
              <p:cNvSpPr/>
              <p:nvPr/>
            </p:nvSpPr>
            <p:spPr>
              <a:xfrm>
                <a:off x="5748284" y="321274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7843ED30-DF7A-A397-91B1-B073B886F5A8}"/>
                  </a:ext>
                </a:extLst>
              </p:cNvPr>
              <p:cNvSpPr/>
              <p:nvPr/>
            </p:nvSpPr>
            <p:spPr>
              <a:xfrm>
                <a:off x="5992572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76C2B28-776B-68DC-BC3B-06CE0FA3D997}"/>
                  </a:ext>
                </a:extLst>
              </p:cNvPr>
              <p:cNvSpPr/>
              <p:nvPr/>
            </p:nvSpPr>
            <p:spPr>
              <a:xfrm>
                <a:off x="624905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93D7E167-73C1-8154-B944-DE40DEB3FDE0}"/>
                  </a:ext>
                </a:extLst>
              </p:cNvPr>
              <p:cNvSpPr/>
              <p:nvPr/>
            </p:nvSpPr>
            <p:spPr>
              <a:xfrm>
                <a:off x="651260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B17FEA0-B034-D599-DF2C-806E23DB9021}"/>
                  </a:ext>
                </a:extLst>
              </p:cNvPr>
              <p:cNvSpPr/>
              <p:nvPr/>
            </p:nvSpPr>
            <p:spPr>
              <a:xfrm>
                <a:off x="677615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186B1629-F105-89BF-0A19-F38885C0748A}"/>
                  </a:ext>
                </a:extLst>
              </p:cNvPr>
              <p:cNvSpPr/>
              <p:nvPr/>
            </p:nvSpPr>
            <p:spPr>
              <a:xfrm>
                <a:off x="703970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A999F678-171F-ED3D-3389-1A45F0A06158}"/>
                  </a:ext>
                </a:extLst>
              </p:cNvPr>
              <p:cNvSpPr/>
              <p:nvPr/>
            </p:nvSpPr>
            <p:spPr>
              <a:xfrm>
                <a:off x="7296178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998A440-21D4-5598-9C77-FF125FE5225C}"/>
                  </a:ext>
                </a:extLst>
              </p:cNvPr>
              <p:cNvSpPr/>
              <p:nvPr/>
            </p:nvSpPr>
            <p:spPr>
              <a:xfrm>
                <a:off x="7552656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7FD34502-0A40-5C34-3B5F-505FC1AEDA61}"/>
                  </a:ext>
                </a:extLst>
              </p:cNvPr>
              <p:cNvSpPr/>
              <p:nvPr/>
            </p:nvSpPr>
            <p:spPr>
              <a:xfrm>
                <a:off x="7809134" y="321274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9138DEE-2EBD-9D8D-3595-44B26168BE3E}"/>
                  </a:ext>
                </a:extLst>
              </p:cNvPr>
              <p:cNvSpPr/>
              <p:nvPr/>
            </p:nvSpPr>
            <p:spPr>
              <a:xfrm>
                <a:off x="8065612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E5DDF50-E05B-84EE-0478-997596D356A8}"/>
                  </a:ext>
                </a:extLst>
              </p:cNvPr>
              <p:cNvSpPr/>
              <p:nvPr/>
            </p:nvSpPr>
            <p:spPr>
              <a:xfrm>
                <a:off x="832209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B89F2DB7-5BE9-4EA1-4886-ABCE6EC09196}"/>
                  </a:ext>
                </a:extLst>
              </p:cNvPr>
              <p:cNvSpPr/>
              <p:nvPr/>
            </p:nvSpPr>
            <p:spPr>
              <a:xfrm>
                <a:off x="858564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66A3C6D9-8BDE-AFBD-9F96-BD5019CEB29A}"/>
                  </a:ext>
                </a:extLst>
              </p:cNvPr>
              <p:cNvSpPr/>
              <p:nvPr/>
            </p:nvSpPr>
            <p:spPr>
              <a:xfrm>
                <a:off x="884919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087FF059-BE72-E997-D632-3B99FFF5A43C}"/>
                  </a:ext>
                </a:extLst>
              </p:cNvPr>
              <p:cNvSpPr/>
              <p:nvPr/>
            </p:nvSpPr>
            <p:spPr>
              <a:xfrm>
                <a:off x="9112740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8852A129-2D12-615D-25BA-4BC79BC864D9}"/>
                  </a:ext>
                </a:extLst>
              </p:cNvPr>
              <p:cNvSpPr/>
              <p:nvPr/>
            </p:nvSpPr>
            <p:spPr>
              <a:xfrm>
                <a:off x="9369218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B3E8D6B-E036-E5A1-2BD3-C5787A3C3D64}"/>
                  </a:ext>
                </a:extLst>
              </p:cNvPr>
              <p:cNvSpPr/>
              <p:nvPr/>
            </p:nvSpPr>
            <p:spPr>
              <a:xfrm>
                <a:off x="9625696" y="3211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C9CD8EC-DEA0-FAD0-6652-70FC2AA4EFA1}"/>
                  </a:ext>
                </a:extLst>
              </p:cNvPr>
              <p:cNvSpPr/>
              <p:nvPr/>
            </p:nvSpPr>
            <p:spPr>
              <a:xfrm>
                <a:off x="9882174" y="321274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D7AA64AC-BD2A-DD0F-6765-C694C85058D1}"/>
                  </a:ext>
                </a:extLst>
              </p:cNvPr>
              <p:cNvSpPr/>
              <p:nvPr/>
            </p:nvSpPr>
            <p:spPr>
              <a:xfrm>
                <a:off x="1850886" y="297248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AF99E3D-0E6A-1751-AF3E-8811AFC81D56}"/>
                  </a:ext>
                </a:extLst>
              </p:cNvPr>
              <p:cNvSpPr/>
              <p:nvPr/>
            </p:nvSpPr>
            <p:spPr>
              <a:xfrm>
                <a:off x="1979125" y="2986882"/>
                <a:ext cx="116611" cy="2130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90232513-59A6-C8A0-D150-719781D20F1A}"/>
                </a:ext>
              </a:extLst>
            </p:cNvPr>
            <p:cNvSpPr txBox="1"/>
            <p:nvPr/>
          </p:nvSpPr>
          <p:spPr>
            <a:xfrm>
              <a:off x="1010649" y="2782669"/>
              <a:ext cx="10213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Adult</a:t>
              </a:r>
            </a:p>
            <a:p>
              <a:r>
                <a:rPr lang="en-US" dirty="0"/>
                <a:t>Larvae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DD66EAE8-A175-5059-F5EA-8DDB010D2295}"/>
                </a:ext>
              </a:extLst>
            </p:cNvPr>
            <p:cNvSpPr txBox="1"/>
            <p:nvPr/>
          </p:nvSpPr>
          <p:spPr>
            <a:xfrm>
              <a:off x="10320868" y="2782669"/>
              <a:ext cx="2697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low / med</a:t>
              </a: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255246FF-5CC6-F1D8-E4EE-91844F2AED43}"/>
              </a:ext>
            </a:extLst>
          </p:cNvPr>
          <p:cNvGrpSpPr/>
          <p:nvPr/>
        </p:nvGrpSpPr>
        <p:grpSpPr>
          <a:xfrm>
            <a:off x="1010647" y="5077827"/>
            <a:ext cx="12007965" cy="657697"/>
            <a:chOff x="1010650" y="1900853"/>
            <a:chExt cx="12007965" cy="657697"/>
          </a:xfrm>
          <a:solidFill>
            <a:srgbClr val="38B977"/>
          </a:solidFill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39FD2E0-7021-8417-5023-4344ED2A6E9E}"/>
                </a:ext>
              </a:extLst>
            </p:cNvPr>
            <p:cNvGrpSpPr/>
            <p:nvPr/>
          </p:nvGrpSpPr>
          <p:grpSpPr>
            <a:xfrm>
              <a:off x="1844538" y="1996762"/>
              <a:ext cx="8292802" cy="469178"/>
              <a:chOff x="1859195" y="3194824"/>
              <a:chExt cx="8292802" cy="469178"/>
            </a:xfrm>
            <a:grpFill/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5B02BF2-A484-1D3E-5A17-41F11AC681D7}"/>
                  </a:ext>
                </a:extLst>
              </p:cNvPr>
              <p:cNvSpPr/>
              <p:nvPr/>
            </p:nvSpPr>
            <p:spPr>
              <a:xfrm>
                <a:off x="1859516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43184A-B628-563B-2302-04CB4C372D5D}"/>
                  </a:ext>
                </a:extLst>
              </p:cNvPr>
              <p:cNvSpPr/>
              <p:nvPr/>
            </p:nvSpPr>
            <p:spPr>
              <a:xfrm>
                <a:off x="211599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5B2628A-DC00-8C59-A8CB-DB839A45C038}"/>
                  </a:ext>
                </a:extLst>
              </p:cNvPr>
              <p:cNvSpPr/>
              <p:nvPr/>
            </p:nvSpPr>
            <p:spPr>
              <a:xfrm>
                <a:off x="237954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F0AD46A-EA03-8432-BC1B-233E6BCEF70B}"/>
                  </a:ext>
                </a:extLst>
              </p:cNvPr>
              <p:cNvSpPr/>
              <p:nvPr/>
            </p:nvSpPr>
            <p:spPr>
              <a:xfrm>
                <a:off x="264309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EDFE22-9385-F0EF-18A0-CAFF2AA02D40}"/>
                  </a:ext>
                </a:extLst>
              </p:cNvPr>
              <p:cNvSpPr/>
              <p:nvPr/>
            </p:nvSpPr>
            <p:spPr>
              <a:xfrm>
                <a:off x="290664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5E19757-B7EA-2258-4375-DEC8C19A2E08}"/>
                  </a:ext>
                </a:extLst>
              </p:cNvPr>
              <p:cNvSpPr/>
              <p:nvPr/>
            </p:nvSpPr>
            <p:spPr>
              <a:xfrm>
                <a:off x="3163122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E7296A9-FCE2-6679-F8BE-30A9C162B306}"/>
                  </a:ext>
                </a:extLst>
              </p:cNvPr>
              <p:cNvSpPr/>
              <p:nvPr/>
            </p:nvSpPr>
            <p:spPr>
              <a:xfrm>
                <a:off x="3419600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D8C485E-0D49-4A53-E977-3503A47DF177}"/>
                  </a:ext>
                </a:extLst>
              </p:cNvPr>
              <p:cNvSpPr/>
              <p:nvPr/>
            </p:nvSpPr>
            <p:spPr>
              <a:xfrm>
                <a:off x="3676078" y="319565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C9B9EFF-C4C2-C3E6-98A7-5D412C4F584F}"/>
                  </a:ext>
                </a:extLst>
              </p:cNvPr>
              <p:cNvSpPr/>
              <p:nvPr/>
            </p:nvSpPr>
            <p:spPr>
              <a:xfrm>
                <a:off x="3932556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DA19B42-C0EC-97DD-492E-5D13EF36707A}"/>
                  </a:ext>
                </a:extLst>
              </p:cNvPr>
              <p:cNvSpPr/>
              <p:nvPr/>
            </p:nvSpPr>
            <p:spPr>
              <a:xfrm>
                <a:off x="418903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F699DAD-F9F5-FD07-FABB-DB2654D3E2C8}"/>
                  </a:ext>
                </a:extLst>
              </p:cNvPr>
              <p:cNvSpPr/>
              <p:nvPr/>
            </p:nvSpPr>
            <p:spPr>
              <a:xfrm>
                <a:off x="445258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7CA23C1-0C5F-9BEE-1AEE-DE2981B09C75}"/>
                  </a:ext>
                </a:extLst>
              </p:cNvPr>
              <p:cNvSpPr/>
              <p:nvPr/>
            </p:nvSpPr>
            <p:spPr>
              <a:xfrm>
                <a:off x="471613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08826EA-BB28-1239-1C8A-EC8A91308621}"/>
                  </a:ext>
                </a:extLst>
              </p:cNvPr>
              <p:cNvSpPr/>
              <p:nvPr/>
            </p:nvSpPr>
            <p:spPr>
              <a:xfrm>
                <a:off x="497968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440667F-4DEC-AB50-941B-050FC2527E61}"/>
                  </a:ext>
                </a:extLst>
              </p:cNvPr>
              <p:cNvSpPr/>
              <p:nvPr/>
            </p:nvSpPr>
            <p:spPr>
              <a:xfrm>
                <a:off x="5236162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922445F-56BC-8DC7-6887-B83C752BF2FC}"/>
                  </a:ext>
                </a:extLst>
              </p:cNvPr>
              <p:cNvSpPr/>
              <p:nvPr/>
            </p:nvSpPr>
            <p:spPr>
              <a:xfrm>
                <a:off x="5492640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535DF99-0150-366D-84A9-3BC26790D64F}"/>
                  </a:ext>
                </a:extLst>
              </p:cNvPr>
              <p:cNvSpPr/>
              <p:nvPr/>
            </p:nvSpPr>
            <p:spPr>
              <a:xfrm>
                <a:off x="5749118" y="319565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186348D-DAE0-85D2-F7F3-057376E9BC77}"/>
                  </a:ext>
                </a:extLst>
              </p:cNvPr>
              <p:cNvSpPr/>
              <p:nvPr/>
            </p:nvSpPr>
            <p:spPr>
              <a:xfrm>
                <a:off x="6005596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0093FF1-BED2-F5A3-FCC5-0E571321D921}"/>
                  </a:ext>
                </a:extLst>
              </p:cNvPr>
              <p:cNvSpPr/>
              <p:nvPr/>
            </p:nvSpPr>
            <p:spPr>
              <a:xfrm>
                <a:off x="626207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950BA28-5C6B-DCDB-5097-991B45C2AF46}"/>
                  </a:ext>
                </a:extLst>
              </p:cNvPr>
              <p:cNvSpPr/>
              <p:nvPr/>
            </p:nvSpPr>
            <p:spPr>
              <a:xfrm>
                <a:off x="652562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3CB39A5-B465-FC32-2494-9A8CD437572B}"/>
                  </a:ext>
                </a:extLst>
              </p:cNvPr>
              <p:cNvSpPr/>
              <p:nvPr/>
            </p:nvSpPr>
            <p:spPr>
              <a:xfrm>
                <a:off x="678917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C28C1F4-1884-40E9-94E7-804427173A13}"/>
                  </a:ext>
                </a:extLst>
              </p:cNvPr>
              <p:cNvSpPr/>
              <p:nvPr/>
            </p:nvSpPr>
            <p:spPr>
              <a:xfrm>
                <a:off x="7052724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90F40DD-4EA5-C82C-39F6-901D6B492920}"/>
                  </a:ext>
                </a:extLst>
              </p:cNvPr>
              <p:cNvSpPr/>
              <p:nvPr/>
            </p:nvSpPr>
            <p:spPr>
              <a:xfrm>
                <a:off x="7309202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0D130F7-0423-B617-FD0F-0C7FFC6E1AE3}"/>
                  </a:ext>
                </a:extLst>
              </p:cNvPr>
              <p:cNvSpPr/>
              <p:nvPr/>
            </p:nvSpPr>
            <p:spPr>
              <a:xfrm>
                <a:off x="7565680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A907B39-C748-A869-8937-576AE0AC941E}"/>
                  </a:ext>
                </a:extLst>
              </p:cNvPr>
              <p:cNvSpPr/>
              <p:nvPr/>
            </p:nvSpPr>
            <p:spPr>
              <a:xfrm>
                <a:off x="7822158" y="319565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300343A-9778-C9D0-A502-FEF6CCCEF2C1}"/>
                  </a:ext>
                </a:extLst>
              </p:cNvPr>
              <p:cNvSpPr/>
              <p:nvPr/>
            </p:nvSpPr>
            <p:spPr>
              <a:xfrm>
                <a:off x="8078957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C72E6E8-7D66-11D2-87E0-153FA0229CDF}"/>
                  </a:ext>
                </a:extLst>
              </p:cNvPr>
              <p:cNvSpPr/>
              <p:nvPr/>
            </p:nvSpPr>
            <p:spPr>
              <a:xfrm>
                <a:off x="8335435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10D2050-D79F-75C9-E3BF-A5F4B8E34DD4}"/>
                  </a:ext>
                </a:extLst>
              </p:cNvPr>
              <p:cNvSpPr/>
              <p:nvPr/>
            </p:nvSpPr>
            <p:spPr>
              <a:xfrm>
                <a:off x="8598985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5C1E0FE-B5DA-07E7-03C3-9DB43ADA3FE5}"/>
                  </a:ext>
                </a:extLst>
              </p:cNvPr>
              <p:cNvSpPr/>
              <p:nvPr/>
            </p:nvSpPr>
            <p:spPr>
              <a:xfrm>
                <a:off x="8862535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E5B4481-5A0C-B66F-F45F-45A020FA6CE7}"/>
                  </a:ext>
                </a:extLst>
              </p:cNvPr>
              <p:cNvSpPr/>
              <p:nvPr/>
            </p:nvSpPr>
            <p:spPr>
              <a:xfrm>
                <a:off x="9126085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D3575A1-C291-981E-C3B2-171346CDC403}"/>
                  </a:ext>
                </a:extLst>
              </p:cNvPr>
              <p:cNvSpPr/>
              <p:nvPr/>
            </p:nvSpPr>
            <p:spPr>
              <a:xfrm>
                <a:off x="9382563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91CB04B-44DE-CBE2-C345-9BAADCC06669}"/>
                  </a:ext>
                </a:extLst>
              </p:cNvPr>
              <p:cNvSpPr/>
              <p:nvPr/>
            </p:nvSpPr>
            <p:spPr>
              <a:xfrm>
                <a:off x="9639041" y="31948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09EDECB-FE7B-372C-13D9-1F1E4E06D5C4}"/>
                  </a:ext>
                </a:extLst>
              </p:cNvPr>
              <p:cNvSpPr/>
              <p:nvPr/>
            </p:nvSpPr>
            <p:spPr>
              <a:xfrm>
                <a:off x="9895519" y="319565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FAD63B1-C118-E554-41A0-1F4F28C99B86}"/>
                  </a:ext>
                </a:extLst>
              </p:cNvPr>
              <p:cNvSpPr/>
              <p:nvPr/>
            </p:nvSpPr>
            <p:spPr>
              <a:xfrm>
                <a:off x="1859195" y="342900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426928E-5E6D-8A64-C800-BBEBCF8B5EB0}"/>
                  </a:ext>
                </a:extLst>
              </p:cNvPr>
              <p:cNvSpPr/>
              <p:nvPr/>
            </p:nvSpPr>
            <p:spPr>
              <a:xfrm>
                <a:off x="2115673" y="342900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E45E131-4636-CD0F-B488-E70CD26A54A7}"/>
                  </a:ext>
                </a:extLst>
              </p:cNvPr>
              <p:cNvSpPr/>
              <p:nvPr/>
            </p:nvSpPr>
            <p:spPr>
              <a:xfrm>
                <a:off x="2379223" y="342900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76BD672-6FA2-C664-94AD-6603E4122878}"/>
                  </a:ext>
                </a:extLst>
              </p:cNvPr>
              <p:cNvSpPr/>
              <p:nvPr/>
            </p:nvSpPr>
            <p:spPr>
              <a:xfrm>
                <a:off x="2642773" y="342900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D2FC5CF-76E2-0E29-1565-6DFC95C0E735}"/>
                  </a:ext>
                </a:extLst>
              </p:cNvPr>
              <p:cNvSpPr/>
              <p:nvPr/>
            </p:nvSpPr>
            <p:spPr>
              <a:xfrm>
                <a:off x="2906323" y="342900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8721114-34CD-84B8-E1FF-ED57E9572920}"/>
                  </a:ext>
                </a:extLst>
              </p:cNvPr>
              <p:cNvSpPr/>
              <p:nvPr/>
            </p:nvSpPr>
            <p:spPr>
              <a:xfrm>
                <a:off x="3162801" y="342900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9B84169-F611-2CD4-BF60-70284DDABA0A}"/>
                  </a:ext>
                </a:extLst>
              </p:cNvPr>
              <p:cNvSpPr/>
              <p:nvPr/>
            </p:nvSpPr>
            <p:spPr>
              <a:xfrm>
                <a:off x="3419279" y="342900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AE063A5-0504-FFE2-2B9C-3317058DCB94}"/>
                  </a:ext>
                </a:extLst>
              </p:cNvPr>
              <p:cNvSpPr/>
              <p:nvPr/>
            </p:nvSpPr>
            <p:spPr>
              <a:xfrm>
                <a:off x="3675757" y="342982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CEEDE8BA-D4B6-4952-16B7-7938389E7A15}"/>
                </a:ext>
              </a:extLst>
            </p:cNvPr>
            <p:cNvSpPr txBox="1"/>
            <p:nvPr/>
          </p:nvSpPr>
          <p:spPr>
            <a:xfrm>
              <a:off x="1010650" y="1912219"/>
              <a:ext cx="1270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Adult</a:t>
              </a:r>
            </a:p>
            <a:p>
              <a:r>
                <a:rPr lang="en-US" dirty="0"/>
                <a:t>Larvae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5815A6A7-A5C3-E73C-6C0A-36C03404812E}"/>
                </a:ext>
              </a:extLst>
            </p:cNvPr>
            <p:cNvSpPr txBox="1"/>
            <p:nvPr/>
          </p:nvSpPr>
          <p:spPr>
            <a:xfrm>
              <a:off x="10320868" y="1900853"/>
              <a:ext cx="2697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high / low</a:t>
              </a:r>
            </a:p>
          </p:txBody>
        </p:sp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3DB75BC9-A715-454F-FE8B-54762B157FC7}"/>
              </a:ext>
            </a:extLst>
          </p:cNvPr>
          <p:cNvGrpSpPr/>
          <p:nvPr/>
        </p:nvGrpSpPr>
        <p:grpSpPr>
          <a:xfrm>
            <a:off x="1010648" y="2593235"/>
            <a:ext cx="12007964" cy="646331"/>
            <a:chOff x="1010651" y="1066800"/>
            <a:chExt cx="12007964" cy="646331"/>
          </a:xfrm>
          <a:solidFill>
            <a:srgbClr val="30698E"/>
          </a:solidFill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393A2EB-08CD-EE53-2444-DEAFDA5F441A}"/>
                </a:ext>
              </a:extLst>
            </p:cNvPr>
            <p:cNvGrpSpPr/>
            <p:nvPr/>
          </p:nvGrpSpPr>
          <p:grpSpPr>
            <a:xfrm>
              <a:off x="1844538" y="1154597"/>
              <a:ext cx="2073874" cy="469178"/>
              <a:chOff x="1845372" y="1522720"/>
              <a:chExt cx="2073874" cy="469178"/>
            </a:xfrm>
            <a:grpFill/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55DEBB0-6EDA-0F05-1572-179A5BE910A7}"/>
                  </a:ext>
                </a:extLst>
              </p:cNvPr>
              <p:cNvSpPr/>
              <p:nvPr/>
            </p:nvSpPr>
            <p:spPr>
              <a:xfrm>
                <a:off x="1845372" y="175689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1E8A567-DF8B-1CE1-328E-185B829B2C77}"/>
                  </a:ext>
                </a:extLst>
              </p:cNvPr>
              <p:cNvSpPr/>
              <p:nvPr/>
            </p:nvSpPr>
            <p:spPr>
              <a:xfrm>
                <a:off x="2101850" y="175689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9F7D46-79E6-9511-19A5-22BFFA0AA763}"/>
                  </a:ext>
                </a:extLst>
              </p:cNvPr>
              <p:cNvSpPr/>
              <p:nvPr/>
            </p:nvSpPr>
            <p:spPr>
              <a:xfrm>
                <a:off x="2365400" y="175689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1DA469D-F0D2-E60B-0319-DD3345AC1BC0}"/>
                  </a:ext>
                </a:extLst>
              </p:cNvPr>
              <p:cNvSpPr/>
              <p:nvPr/>
            </p:nvSpPr>
            <p:spPr>
              <a:xfrm>
                <a:off x="2628950" y="175689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7352924-8E93-0814-7873-E4A7A47FFEAF}"/>
                  </a:ext>
                </a:extLst>
              </p:cNvPr>
              <p:cNvSpPr/>
              <p:nvPr/>
            </p:nvSpPr>
            <p:spPr>
              <a:xfrm>
                <a:off x="2892500" y="175689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B30DB96-A5D5-E931-650D-A269BED0AA78}"/>
                  </a:ext>
                </a:extLst>
              </p:cNvPr>
              <p:cNvSpPr/>
              <p:nvPr/>
            </p:nvSpPr>
            <p:spPr>
              <a:xfrm>
                <a:off x="3148978" y="175689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8366FB2-B926-2446-8736-4D16EBEC9C65}"/>
                  </a:ext>
                </a:extLst>
              </p:cNvPr>
              <p:cNvSpPr/>
              <p:nvPr/>
            </p:nvSpPr>
            <p:spPr>
              <a:xfrm>
                <a:off x="3405456" y="175689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CD65F88-9219-DF00-C339-3A02D2B8D1E4}"/>
                  </a:ext>
                </a:extLst>
              </p:cNvPr>
              <p:cNvSpPr/>
              <p:nvPr/>
            </p:nvSpPr>
            <p:spPr>
              <a:xfrm>
                <a:off x="3661934" y="175772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31E9E15-523F-9766-3816-0BEA4F1682F6}"/>
                  </a:ext>
                </a:extLst>
              </p:cNvPr>
              <p:cNvSpPr/>
              <p:nvPr/>
            </p:nvSpPr>
            <p:spPr>
              <a:xfrm>
                <a:off x="1846206" y="152272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ED790-DCA1-986F-DF0F-5E5BFACCA707}"/>
                  </a:ext>
                </a:extLst>
              </p:cNvPr>
              <p:cNvSpPr/>
              <p:nvPr/>
            </p:nvSpPr>
            <p:spPr>
              <a:xfrm>
                <a:off x="2102684" y="152272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F817CBB-4227-DCCE-04EB-4035C496B4B5}"/>
                  </a:ext>
                </a:extLst>
              </p:cNvPr>
              <p:cNvSpPr/>
              <p:nvPr/>
            </p:nvSpPr>
            <p:spPr>
              <a:xfrm>
                <a:off x="2366234" y="152272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4468F17-E9F6-04DC-E44A-A656B4D72CE6}"/>
                  </a:ext>
                </a:extLst>
              </p:cNvPr>
              <p:cNvSpPr/>
              <p:nvPr/>
            </p:nvSpPr>
            <p:spPr>
              <a:xfrm>
                <a:off x="2629784" y="152272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1CCFB0D-E382-0788-0058-298585FA978A}"/>
                  </a:ext>
                </a:extLst>
              </p:cNvPr>
              <p:cNvSpPr/>
              <p:nvPr/>
            </p:nvSpPr>
            <p:spPr>
              <a:xfrm>
                <a:off x="2893334" y="152272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2BD371D-6EBE-73F2-4EF2-6BBC3575B7B9}"/>
                  </a:ext>
                </a:extLst>
              </p:cNvPr>
              <p:cNvSpPr/>
              <p:nvPr/>
            </p:nvSpPr>
            <p:spPr>
              <a:xfrm>
                <a:off x="3149812" y="152272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CE565F6-2833-DAB1-D311-D0E625695C74}"/>
                  </a:ext>
                </a:extLst>
              </p:cNvPr>
              <p:cNvSpPr/>
              <p:nvPr/>
            </p:nvSpPr>
            <p:spPr>
              <a:xfrm>
                <a:off x="3406290" y="152272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3172CE5-2039-AC91-F92B-917699CBEB92}"/>
                  </a:ext>
                </a:extLst>
              </p:cNvPr>
              <p:cNvSpPr/>
              <p:nvPr/>
            </p:nvSpPr>
            <p:spPr>
              <a:xfrm>
                <a:off x="3662768" y="152354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D5D176A4-9094-EDC0-5D29-FF8D4668AE2A}"/>
                </a:ext>
              </a:extLst>
            </p:cNvPr>
            <p:cNvSpPr txBox="1"/>
            <p:nvPr/>
          </p:nvSpPr>
          <p:spPr>
            <a:xfrm>
              <a:off x="1010651" y="1066800"/>
              <a:ext cx="1270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Adult</a:t>
              </a:r>
            </a:p>
            <a:p>
              <a:r>
                <a:rPr lang="en-US" dirty="0"/>
                <a:t>Larvae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8B220B71-6E71-EED8-27F5-8553BE68D4EC}"/>
                </a:ext>
              </a:extLst>
            </p:cNvPr>
            <p:cNvSpPr txBox="1"/>
            <p:nvPr/>
          </p:nvSpPr>
          <p:spPr>
            <a:xfrm>
              <a:off x="10320868" y="1117053"/>
              <a:ext cx="2697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med / low</a:t>
              </a:r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2C16B542-7ED4-91C0-30E9-7439DF8185A7}"/>
              </a:ext>
            </a:extLst>
          </p:cNvPr>
          <p:cNvGrpSpPr/>
          <p:nvPr/>
        </p:nvGrpSpPr>
        <p:grpSpPr>
          <a:xfrm>
            <a:off x="1010652" y="54369"/>
            <a:ext cx="12007962" cy="646331"/>
            <a:chOff x="1010652" y="221381"/>
            <a:chExt cx="12007962" cy="646331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5D5C8DB1-B38B-5B67-AA22-B5D0B304C19F}"/>
                </a:ext>
              </a:extLst>
            </p:cNvPr>
            <p:cNvGrpSpPr/>
            <p:nvPr/>
          </p:nvGrpSpPr>
          <p:grpSpPr>
            <a:xfrm>
              <a:off x="1845372" y="311606"/>
              <a:ext cx="2073040" cy="469178"/>
              <a:chOff x="1852444" y="484200"/>
              <a:chExt cx="2073040" cy="469178"/>
            </a:xfrm>
            <a:solidFill>
              <a:srgbClr val="440154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76EFB01-57B8-B637-EAC0-2B1EC639C5CA}"/>
                  </a:ext>
                </a:extLst>
              </p:cNvPr>
              <p:cNvSpPr/>
              <p:nvPr/>
            </p:nvSpPr>
            <p:spPr>
              <a:xfrm>
                <a:off x="1852444" y="48420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CA62D54-F57B-3CC5-7D8C-826901FB3A03}"/>
                  </a:ext>
                </a:extLst>
              </p:cNvPr>
              <p:cNvSpPr/>
              <p:nvPr/>
            </p:nvSpPr>
            <p:spPr>
              <a:xfrm>
                <a:off x="1852444" y="71837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86D301-B3BB-DC67-925B-63456D66A89E}"/>
                  </a:ext>
                </a:extLst>
              </p:cNvPr>
              <p:cNvSpPr/>
              <p:nvPr/>
            </p:nvSpPr>
            <p:spPr>
              <a:xfrm>
                <a:off x="2108922" y="71837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0D80989-4E5C-EEA9-D7C4-B9677A9D16C7}"/>
                  </a:ext>
                </a:extLst>
              </p:cNvPr>
              <p:cNvSpPr/>
              <p:nvPr/>
            </p:nvSpPr>
            <p:spPr>
              <a:xfrm>
                <a:off x="2372472" y="71837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B77AD31-69C9-0AC6-6535-D09CAF0E148A}"/>
                  </a:ext>
                </a:extLst>
              </p:cNvPr>
              <p:cNvSpPr/>
              <p:nvPr/>
            </p:nvSpPr>
            <p:spPr>
              <a:xfrm>
                <a:off x="2636022" y="71837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E4E003-1E1A-C616-2301-3457D3B42637}"/>
                  </a:ext>
                </a:extLst>
              </p:cNvPr>
              <p:cNvSpPr/>
              <p:nvPr/>
            </p:nvSpPr>
            <p:spPr>
              <a:xfrm>
                <a:off x="2899572" y="71837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6A76190-AC6D-6B20-FDC0-033AADC51622}"/>
                  </a:ext>
                </a:extLst>
              </p:cNvPr>
              <p:cNvSpPr/>
              <p:nvPr/>
            </p:nvSpPr>
            <p:spPr>
              <a:xfrm>
                <a:off x="3156050" y="71837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95BF9D5-2505-BD06-CE31-4B81D2F1E89B}"/>
                  </a:ext>
                </a:extLst>
              </p:cNvPr>
              <p:cNvSpPr/>
              <p:nvPr/>
            </p:nvSpPr>
            <p:spPr>
              <a:xfrm>
                <a:off x="3412528" y="71837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BA0C969-EFA4-A153-1814-DACAC210EDA9}"/>
                  </a:ext>
                </a:extLst>
              </p:cNvPr>
              <p:cNvSpPr/>
              <p:nvPr/>
            </p:nvSpPr>
            <p:spPr>
              <a:xfrm>
                <a:off x="3669006" y="71920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96D7264-8A56-4AD9-24DD-ADD660648744}"/>
                  </a:ext>
                </a:extLst>
              </p:cNvPr>
              <p:cNvSpPr/>
              <p:nvPr/>
            </p:nvSpPr>
            <p:spPr>
              <a:xfrm>
                <a:off x="1980683" y="493344"/>
                <a:ext cx="116611" cy="21309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82A03F1D-BF4A-D8D3-79E2-6249DA918743}"/>
                </a:ext>
              </a:extLst>
            </p:cNvPr>
            <p:cNvSpPr txBox="1"/>
            <p:nvPr/>
          </p:nvSpPr>
          <p:spPr>
            <a:xfrm>
              <a:off x="1010652" y="221381"/>
              <a:ext cx="9102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Adult</a:t>
              </a:r>
            </a:p>
            <a:p>
              <a:r>
                <a:rPr lang="en-US" dirty="0"/>
                <a:t>Larvae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33B85C93-59D7-B102-8B35-E4BABEA7B8E0}"/>
                </a:ext>
              </a:extLst>
            </p:cNvPr>
            <p:cNvSpPr txBox="1"/>
            <p:nvPr/>
          </p:nvSpPr>
          <p:spPr>
            <a:xfrm>
              <a:off x="10320867" y="359880"/>
              <a:ext cx="2697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low / low</a:t>
              </a: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66BD0801-E795-5561-6D2D-09D6F0C86BE0}"/>
              </a:ext>
            </a:extLst>
          </p:cNvPr>
          <p:cNvGrpSpPr/>
          <p:nvPr/>
        </p:nvGrpSpPr>
        <p:grpSpPr>
          <a:xfrm>
            <a:off x="984999" y="1638550"/>
            <a:ext cx="12007966" cy="805262"/>
            <a:chOff x="1010647" y="4985222"/>
            <a:chExt cx="12007966" cy="805262"/>
          </a:xfrm>
          <a:solidFill>
            <a:srgbClr val="3E4B89"/>
          </a:solidFill>
        </p:grpSpPr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A3EE744E-45ED-1862-7E73-1B4554724777}"/>
                </a:ext>
              </a:extLst>
            </p:cNvPr>
            <p:cNvGrpSpPr/>
            <p:nvPr/>
          </p:nvGrpSpPr>
          <p:grpSpPr>
            <a:xfrm>
              <a:off x="1842425" y="5089983"/>
              <a:ext cx="10373273" cy="485497"/>
              <a:chOff x="1851610" y="5973793"/>
              <a:chExt cx="10373273" cy="485497"/>
            </a:xfrm>
            <a:grpFill/>
          </p:grpSpPr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D7EDA75E-334B-3126-DCF7-28E6D8643AB7}"/>
                  </a:ext>
                </a:extLst>
              </p:cNvPr>
              <p:cNvSpPr/>
              <p:nvPr/>
            </p:nvSpPr>
            <p:spPr>
              <a:xfrm>
                <a:off x="185161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1E3A19CB-D48F-076D-1949-8FF867B53ACF}"/>
                  </a:ext>
                </a:extLst>
              </p:cNvPr>
              <p:cNvSpPr/>
              <p:nvPr/>
            </p:nvSpPr>
            <p:spPr>
              <a:xfrm>
                <a:off x="2108088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D3F712BF-D0F5-DEA7-DEC4-C9B6B6D46E9A}"/>
                  </a:ext>
                </a:extLst>
              </p:cNvPr>
              <p:cNvSpPr/>
              <p:nvPr/>
            </p:nvSpPr>
            <p:spPr>
              <a:xfrm>
                <a:off x="2371638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D21CDCB8-7944-1553-38BC-DF7045A7DCC8}"/>
                  </a:ext>
                </a:extLst>
              </p:cNvPr>
              <p:cNvSpPr/>
              <p:nvPr/>
            </p:nvSpPr>
            <p:spPr>
              <a:xfrm>
                <a:off x="2635188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ECB04092-CE57-0315-869B-6666C0E3C1DE}"/>
                  </a:ext>
                </a:extLst>
              </p:cNvPr>
              <p:cNvSpPr/>
              <p:nvPr/>
            </p:nvSpPr>
            <p:spPr>
              <a:xfrm>
                <a:off x="2898738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71B41820-E1F5-361C-A096-8123C4696775}"/>
                  </a:ext>
                </a:extLst>
              </p:cNvPr>
              <p:cNvSpPr/>
              <p:nvPr/>
            </p:nvSpPr>
            <p:spPr>
              <a:xfrm>
                <a:off x="3155216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401B401E-D464-5478-69A1-CDF51AF49082}"/>
                  </a:ext>
                </a:extLst>
              </p:cNvPr>
              <p:cNvSpPr/>
              <p:nvPr/>
            </p:nvSpPr>
            <p:spPr>
              <a:xfrm>
                <a:off x="3411694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2F9D04C2-2014-B3DF-0541-B8C2FFCCD1A1}"/>
                  </a:ext>
                </a:extLst>
              </p:cNvPr>
              <p:cNvSpPr/>
              <p:nvPr/>
            </p:nvSpPr>
            <p:spPr>
              <a:xfrm>
                <a:off x="3668172" y="62251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15ED6176-538C-D65E-0DCE-9DA7A0E70C08}"/>
                  </a:ext>
                </a:extLst>
              </p:cNvPr>
              <p:cNvSpPr/>
              <p:nvPr/>
            </p:nvSpPr>
            <p:spPr>
              <a:xfrm>
                <a:off x="3931722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5D820A43-5E71-7196-188F-55043B496712}"/>
                  </a:ext>
                </a:extLst>
              </p:cNvPr>
              <p:cNvSpPr/>
              <p:nvPr/>
            </p:nvSpPr>
            <p:spPr>
              <a:xfrm>
                <a:off x="418820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F857A6A2-5580-4D28-2843-E5E57124C3D2}"/>
                  </a:ext>
                </a:extLst>
              </p:cNvPr>
              <p:cNvSpPr/>
              <p:nvPr/>
            </p:nvSpPr>
            <p:spPr>
              <a:xfrm>
                <a:off x="445175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9B2ED768-4542-1722-56CB-D4DA3006D9E2}"/>
                  </a:ext>
                </a:extLst>
              </p:cNvPr>
              <p:cNvSpPr/>
              <p:nvPr/>
            </p:nvSpPr>
            <p:spPr>
              <a:xfrm>
                <a:off x="471530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E8D253C8-96DF-0D72-E02B-5B1B52B5295C}"/>
                  </a:ext>
                </a:extLst>
              </p:cNvPr>
              <p:cNvSpPr/>
              <p:nvPr/>
            </p:nvSpPr>
            <p:spPr>
              <a:xfrm>
                <a:off x="497885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7" name="Rectangle 356">
                <a:extLst>
                  <a:ext uri="{FF2B5EF4-FFF2-40B4-BE49-F238E27FC236}">
                    <a16:creationId xmlns:a16="http://schemas.microsoft.com/office/drawing/2014/main" id="{9E845850-F240-E6D2-8CB6-C52BDEDF6DE2}"/>
                  </a:ext>
                </a:extLst>
              </p:cNvPr>
              <p:cNvSpPr/>
              <p:nvPr/>
            </p:nvSpPr>
            <p:spPr>
              <a:xfrm>
                <a:off x="5235328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87EFD9C4-08C4-7893-84D6-34E2E3DCB8EE}"/>
                  </a:ext>
                </a:extLst>
              </p:cNvPr>
              <p:cNvSpPr/>
              <p:nvPr/>
            </p:nvSpPr>
            <p:spPr>
              <a:xfrm>
                <a:off x="5491806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7D519FF3-EC08-8AEB-2241-39D2068CCF0D}"/>
                  </a:ext>
                </a:extLst>
              </p:cNvPr>
              <p:cNvSpPr/>
              <p:nvPr/>
            </p:nvSpPr>
            <p:spPr>
              <a:xfrm>
                <a:off x="5748284" y="62251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3913CBF2-C6F2-59D9-4756-7127244A5304}"/>
                  </a:ext>
                </a:extLst>
              </p:cNvPr>
              <p:cNvSpPr/>
              <p:nvPr/>
            </p:nvSpPr>
            <p:spPr>
              <a:xfrm>
                <a:off x="5992572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84441017-5BE6-6EC9-5573-0ED280D51C6D}"/>
                  </a:ext>
                </a:extLst>
              </p:cNvPr>
              <p:cNvSpPr/>
              <p:nvPr/>
            </p:nvSpPr>
            <p:spPr>
              <a:xfrm>
                <a:off x="624905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6B70F424-5A6A-1E7E-0139-5B54207566A1}"/>
                  </a:ext>
                </a:extLst>
              </p:cNvPr>
              <p:cNvSpPr/>
              <p:nvPr/>
            </p:nvSpPr>
            <p:spPr>
              <a:xfrm>
                <a:off x="651260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F30B97F1-E0B5-C1FA-F3C5-737370B1B01A}"/>
                  </a:ext>
                </a:extLst>
              </p:cNvPr>
              <p:cNvSpPr/>
              <p:nvPr/>
            </p:nvSpPr>
            <p:spPr>
              <a:xfrm>
                <a:off x="677615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9357D052-78A3-1BDF-31BC-79279395A908}"/>
                  </a:ext>
                </a:extLst>
              </p:cNvPr>
              <p:cNvSpPr/>
              <p:nvPr/>
            </p:nvSpPr>
            <p:spPr>
              <a:xfrm>
                <a:off x="703970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A7874C0E-050F-680A-E1F2-5641F0C17FA3}"/>
                  </a:ext>
                </a:extLst>
              </p:cNvPr>
              <p:cNvSpPr/>
              <p:nvPr/>
            </p:nvSpPr>
            <p:spPr>
              <a:xfrm>
                <a:off x="7296178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524515ED-173E-976F-3F8F-25B21884A03E}"/>
                  </a:ext>
                </a:extLst>
              </p:cNvPr>
              <p:cNvSpPr/>
              <p:nvPr/>
            </p:nvSpPr>
            <p:spPr>
              <a:xfrm>
                <a:off x="7552656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EDA551E2-8BBA-C813-AB70-3E0EB5A130BB}"/>
                  </a:ext>
                </a:extLst>
              </p:cNvPr>
              <p:cNvSpPr/>
              <p:nvPr/>
            </p:nvSpPr>
            <p:spPr>
              <a:xfrm>
                <a:off x="7809134" y="62251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364EFBA6-3F66-AD26-6C27-ADABFD957C43}"/>
                  </a:ext>
                </a:extLst>
              </p:cNvPr>
              <p:cNvSpPr/>
              <p:nvPr/>
            </p:nvSpPr>
            <p:spPr>
              <a:xfrm>
                <a:off x="8065612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42B7A919-060E-C039-4F31-9AEB033C8E2B}"/>
                  </a:ext>
                </a:extLst>
              </p:cNvPr>
              <p:cNvSpPr/>
              <p:nvPr/>
            </p:nvSpPr>
            <p:spPr>
              <a:xfrm>
                <a:off x="832209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F92AD6D6-98D8-6EC1-7A26-D962ACAE0834}"/>
                  </a:ext>
                </a:extLst>
              </p:cNvPr>
              <p:cNvSpPr/>
              <p:nvPr/>
            </p:nvSpPr>
            <p:spPr>
              <a:xfrm>
                <a:off x="858564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0E79364A-2D95-0D19-A04C-71D0E2AAA819}"/>
                  </a:ext>
                </a:extLst>
              </p:cNvPr>
              <p:cNvSpPr/>
              <p:nvPr/>
            </p:nvSpPr>
            <p:spPr>
              <a:xfrm>
                <a:off x="884919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9E9FBA60-F59C-813E-3C5D-A9482DB4A70B}"/>
                  </a:ext>
                </a:extLst>
              </p:cNvPr>
              <p:cNvSpPr/>
              <p:nvPr/>
            </p:nvSpPr>
            <p:spPr>
              <a:xfrm>
                <a:off x="9112740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80E7BE5D-CF69-DA89-BFFA-5E6840714326}"/>
                  </a:ext>
                </a:extLst>
              </p:cNvPr>
              <p:cNvSpPr/>
              <p:nvPr/>
            </p:nvSpPr>
            <p:spPr>
              <a:xfrm>
                <a:off x="9369218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9BA0622A-AAD2-051A-4DA4-C296850ECA6A}"/>
                  </a:ext>
                </a:extLst>
              </p:cNvPr>
              <p:cNvSpPr/>
              <p:nvPr/>
            </p:nvSpPr>
            <p:spPr>
              <a:xfrm>
                <a:off x="9625696" y="62242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D1458837-8933-DB01-EE71-3D4E99BF8E1B}"/>
                  </a:ext>
                </a:extLst>
              </p:cNvPr>
              <p:cNvSpPr/>
              <p:nvPr/>
            </p:nvSpPr>
            <p:spPr>
              <a:xfrm>
                <a:off x="9882174" y="62251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525A6AF6-8AC6-C842-249A-E98EFFBD57F5}"/>
                  </a:ext>
                </a:extLst>
              </p:cNvPr>
              <p:cNvSpPr/>
              <p:nvPr/>
            </p:nvSpPr>
            <p:spPr>
              <a:xfrm>
                <a:off x="1972777" y="5999256"/>
                <a:ext cx="116611" cy="21309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8AE7CB90-FB39-0EE3-6C00-6C5A6309DFFC}"/>
                  </a:ext>
                </a:extLst>
              </p:cNvPr>
              <p:cNvSpPr/>
              <p:nvPr/>
            </p:nvSpPr>
            <p:spPr>
              <a:xfrm>
                <a:off x="10151843" y="62239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5279692F-6300-79AD-6147-3BAE0CCDACC8}"/>
                  </a:ext>
                </a:extLst>
              </p:cNvPr>
              <p:cNvSpPr/>
              <p:nvPr/>
            </p:nvSpPr>
            <p:spPr>
              <a:xfrm>
                <a:off x="10408321" y="62239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9" name="Rectangle 378">
                <a:extLst>
                  <a:ext uri="{FF2B5EF4-FFF2-40B4-BE49-F238E27FC236}">
                    <a16:creationId xmlns:a16="http://schemas.microsoft.com/office/drawing/2014/main" id="{7D86601E-133A-7C20-16B8-6F107DF9CB04}"/>
                  </a:ext>
                </a:extLst>
              </p:cNvPr>
              <p:cNvSpPr/>
              <p:nvPr/>
            </p:nvSpPr>
            <p:spPr>
              <a:xfrm>
                <a:off x="10671871" y="62239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A08DEC63-E039-9217-010A-55AFCF8CD3D3}"/>
                  </a:ext>
                </a:extLst>
              </p:cNvPr>
              <p:cNvSpPr/>
              <p:nvPr/>
            </p:nvSpPr>
            <p:spPr>
              <a:xfrm>
                <a:off x="10935421" y="62239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0C670E7F-820E-662F-420E-078897A97459}"/>
                  </a:ext>
                </a:extLst>
              </p:cNvPr>
              <p:cNvSpPr/>
              <p:nvPr/>
            </p:nvSpPr>
            <p:spPr>
              <a:xfrm>
                <a:off x="11198971" y="62239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1512BA82-E8AC-ECC2-942F-8382D851E5C7}"/>
                  </a:ext>
                </a:extLst>
              </p:cNvPr>
              <p:cNvSpPr/>
              <p:nvPr/>
            </p:nvSpPr>
            <p:spPr>
              <a:xfrm>
                <a:off x="11455449" y="62239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CB0EF889-C2B3-9708-FAF6-844CD13D24BF}"/>
                  </a:ext>
                </a:extLst>
              </p:cNvPr>
              <p:cNvSpPr/>
              <p:nvPr/>
            </p:nvSpPr>
            <p:spPr>
              <a:xfrm>
                <a:off x="11711927" y="62239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F31C8502-F7EB-F201-51A7-4FDED9BB6A98}"/>
                  </a:ext>
                </a:extLst>
              </p:cNvPr>
              <p:cNvSpPr/>
              <p:nvPr/>
            </p:nvSpPr>
            <p:spPr>
              <a:xfrm>
                <a:off x="11968405" y="622479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E8665C8F-D520-650B-0667-FAF731D088DC}"/>
                  </a:ext>
                </a:extLst>
              </p:cNvPr>
              <p:cNvSpPr/>
              <p:nvPr/>
            </p:nvSpPr>
            <p:spPr>
              <a:xfrm>
                <a:off x="1851610" y="5973793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025C42B8-43AE-0123-CF70-198D4744AEE8}"/>
                  </a:ext>
                </a:extLst>
              </p:cNvPr>
              <p:cNvSpPr/>
              <p:nvPr/>
            </p:nvSpPr>
            <p:spPr>
              <a:xfrm>
                <a:off x="1979849" y="5982937"/>
                <a:ext cx="116611" cy="21309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BB755586-DA4F-1891-7202-5A5FBA7CFA1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2506" y="5790484"/>
              <a:ext cx="1767640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B869AE5-A208-0838-94D6-F70D3ACED6E6}"/>
                </a:ext>
              </a:extLst>
            </p:cNvPr>
            <p:cNvSpPr txBox="1"/>
            <p:nvPr/>
          </p:nvSpPr>
          <p:spPr>
            <a:xfrm>
              <a:off x="1010647" y="5031388"/>
              <a:ext cx="9561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Adult</a:t>
              </a:r>
            </a:p>
            <a:p>
              <a:r>
                <a:rPr lang="en-US" dirty="0"/>
                <a:t>Larvae</a:t>
              </a:r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8738B6B8-1349-DB49-4C88-189CA87874B9}"/>
                </a:ext>
              </a:extLst>
            </p:cNvPr>
            <p:cNvSpPr txBox="1"/>
            <p:nvPr/>
          </p:nvSpPr>
          <p:spPr>
            <a:xfrm>
              <a:off x="10320866" y="4985222"/>
              <a:ext cx="2697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low / high</a:t>
              </a:r>
            </a:p>
          </p:txBody>
        </p:sp>
      </p:grp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4CFFB656-491C-63BB-0432-917D7A4B8199}"/>
              </a:ext>
            </a:extLst>
          </p:cNvPr>
          <p:cNvGrpSpPr/>
          <p:nvPr/>
        </p:nvGrpSpPr>
        <p:grpSpPr>
          <a:xfrm>
            <a:off x="1010646" y="4187054"/>
            <a:ext cx="12053688" cy="764983"/>
            <a:chOff x="984999" y="5808805"/>
            <a:chExt cx="12053688" cy="764983"/>
          </a:xfrm>
          <a:solidFill>
            <a:srgbClr val="1F9F88"/>
          </a:solidFill>
        </p:grpSpPr>
        <p:grpSp>
          <p:nvGrpSpPr>
            <p:cNvPr id="465" name="Group 464">
              <a:extLst>
                <a:ext uri="{FF2B5EF4-FFF2-40B4-BE49-F238E27FC236}">
                  <a16:creationId xmlns:a16="http://schemas.microsoft.com/office/drawing/2014/main" id="{A80B46C0-BA8A-5771-F354-57F671B740CE}"/>
                </a:ext>
              </a:extLst>
            </p:cNvPr>
            <p:cNvGrpSpPr/>
            <p:nvPr/>
          </p:nvGrpSpPr>
          <p:grpSpPr>
            <a:xfrm>
              <a:off x="1818727" y="5949837"/>
              <a:ext cx="10373273" cy="460034"/>
              <a:chOff x="1818727" y="398710"/>
              <a:chExt cx="10373273" cy="460034"/>
            </a:xfrm>
            <a:grpFill/>
          </p:grpSpPr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861283A9-5E7E-A9F1-DB35-C3EF169BB977}"/>
                  </a:ext>
                </a:extLst>
              </p:cNvPr>
              <p:cNvSpPr/>
              <p:nvPr/>
            </p:nvSpPr>
            <p:spPr>
              <a:xfrm>
                <a:off x="181872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7" name="Rectangle 466">
                <a:extLst>
                  <a:ext uri="{FF2B5EF4-FFF2-40B4-BE49-F238E27FC236}">
                    <a16:creationId xmlns:a16="http://schemas.microsoft.com/office/drawing/2014/main" id="{EC8361B3-1EC5-5343-EB03-9A1E765D2939}"/>
                  </a:ext>
                </a:extLst>
              </p:cNvPr>
              <p:cNvSpPr/>
              <p:nvPr/>
            </p:nvSpPr>
            <p:spPr>
              <a:xfrm>
                <a:off x="2075205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7F89F19E-1E58-F5F9-CFD2-CDF51F8A0AD0}"/>
                  </a:ext>
                </a:extLst>
              </p:cNvPr>
              <p:cNvSpPr/>
              <p:nvPr/>
            </p:nvSpPr>
            <p:spPr>
              <a:xfrm>
                <a:off x="2338755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79DB7CF0-FCEC-ECA2-4F10-63DA4DC6CE66}"/>
                  </a:ext>
                </a:extLst>
              </p:cNvPr>
              <p:cNvSpPr/>
              <p:nvPr/>
            </p:nvSpPr>
            <p:spPr>
              <a:xfrm>
                <a:off x="2602305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5009B188-2E91-3DEA-A4C9-41EC830C7462}"/>
                  </a:ext>
                </a:extLst>
              </p:cNvPr>
              <p:cNvSpPr/>
              <p:nvPr/>
            </p:nvSpPr>
            <p:spPr>
              <a:xfrm>
                <a:off x="2865855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4096CA8F-2C62-F8C9-D18B-6B3CC2C401EA}"/>
                  </a:ext>
                </a:extLst>
              </p:cNvPr>
              <p:cNvSpPr/>
              <p:nvPr/>
            </p:nvSpPr>
            <p:spPr>
              <a:xfrm>
                <a:off x="3122333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34BFD52E-0ACD-DB66-DBAC-F93CB743B81A}"/>
                  </a:ext>
                </a:extLst>
              </p:cNvPr>
              <p:cNvSpPr/>
              <p:nvPr/>
            </p:nvSpPr>
            <p:spPr>
              <a:xfrm>
                <a:off x="3378811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94D6B529-B933-EA72-3A5D-C8C58D2979F9}"/>
                  </a:ext>
                </a:extLst>
              </p:cNvPr>
              <p:cNvSpPr/>
              <p:nvPr/>
            </p:nvSpPr>
            <p:spPr>
              <a:xfrm>
                <a:off x="3635289" y="62456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7DE342C1-F8E1-171B-2183-48B4C21A804F}"/>
                  </a:ext>
                </a:extLst>
              </p:cNvPr>
              <p:cNvSpPr/>
              <p:nvPr/>
            </p:nvSpPr>
            <p:spPr>
              <a:xfrm>
                <a:off x="3898839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362C7DBB-8DCC-9263-D09A-3051928D776C}"/>
                  </a:ext>
                </a:extLst>
              </p:cNvPr>
              <p:cNvSpPr/>
              <p:nvPr/>
            </p:nvSpPr>
            <p:spPr>
              <a:xfrm>
                <a:off x="415531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BC4C8AB1-76C6-0FED-D9EF-3850DB738ADA}"/>
                  </a:ext>
                </a:extLst>
              </p:cNvPr>
              <p:cNvSpPr/>
              <p:nvPr/>
            </p:nvSpPr>
            <p:spPr>
              <a:xfrm>
                <a:off x="441886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92446782-F149-A18B-6043-9CF5F3F979EB}"/>
                  </a:ext>
                </a:extLst>
              </p:cNvPr>
              <p:cNvSpPr/>
              <p:nvPr/>
            </p:nvSpPr>
            <p:spPr>
              <a:xfrm>
                <a:off x="468241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8" name="Rectangle 477">
                <a:extLst>
                  <a:ext uri="{FF2B5EF4-FFF2-40B4-BE49-F238E27FC236}">
                    <a16:creationId xmlns:a16="http://schemas.microsoft.com/office/drawing/2014/main" id="{E4EC6DA9-EF6A-A981-7F33-2FFAF66DF32C}"/>
                  </a:ext>
                </a:extLst>
              </p:cNvPr>
              <p:cNvSpPr/>
              <p:nvPr/>
            </p:nvSpPr>
            <p:spPr>
              <a:xfrm>
                <a:off x="494596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36F19A7B-3140-1B41-6AEF-1E6D069B62EB}"/>
                  </a:ext>
                </a:extLst>
              </p:cNvPr>
              <p:cNvSpPr/>
              <p:nvPr/>
            </p:nvSpPr>
            <p:spPr>
              <a:xfrm>
                <a:off x="5202445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D3375000-E6D6-B16C-06D9-DF71E88EEC74}"/>
                  </a:ext>
                </a:extLst>
              </p:cNvPr>
              <p:cNvSpPr/>
              <p:nvPr/>
            </p:nvSpPr>
            <p:spPr>
              <a:xfrm>
                <a:off x="5458923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C741807F-CE32-FC86-117C-D8020AA8427C}"/>
                  </a:ext>
                </a:extLst>
              </p:cNvPr>
              <p:cNvSpPr/>
              <p:nvPr/>
            </p:nvSpPr>
            <p:spPr>
              <a:xfrm>
                <a:off x="5715401" y="62456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0FDECF52-AD22-2D1B-7B74-CE614CBBCA66}"/>
                  </a:ext>
                </a:extLst>
              </p:cNvPr>
              <p:cNvSpPr/>
              <p:nvPr/>
            </p:nvSpPr>
            <p:spPr>
              <a:xfrm>
                <a:off x="5959689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5BAFE86E-A667-065F-FAD4-3E2BF9A8AAA9}"/>
                  </a:ext>
                </a:extLst>
              </p:cNvPr>
              <p:cNvSpPr/>
              <p:nvPr/>
            </p:nvSpPr>
            <p:spPr>
              <a:xfrm>
                <a:off x="621616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D041BA2C-195B-CB9F-98F8-A8F2C9E2A369}"/>
                  </a:ext>
                </a:extLst>
              </p:cNvPr>
              <p:cNvSpPr/>
              <p:nvPr/>
            </p:nvSpPr>
            <p:spPr>
              <a:xfrm>
                <a:off x="647971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4366B249-0DBC-EF9D-23AE-B8AC1F23F52B}"/>
                  </a:ext>
                </a:extLst>
              </p:cNvPr>
              <p:cNvSpPr/>
              <p:nvPr/>
            </p:nvSpPr>
            <p:spPr>
              <a:xfrm>
                <a:off x="674326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9370DF46-AD32-4B1E-5206-974AD3809CCC}"/>
                  </a:ext>
                </a:extLst>
              </p:cNvPr>
              <p:cNvSpPr/>
              <p:nvPr/>
            </p:nvSpPr>
            <p:spPr>
              <a:xfrm>
                <a:off x="700681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FF9F716F-B20B-452A-3ADF-AA14E51CD805}"/>
                  </a:ext>
                </a:extLst>
              </p:cNvPr>
              <p:cNvSpPr/>
              <p:nvPr/>
            </p:nvSpPr>
            <p:spPr>
              <a:xfrm>
                <a:off x="7263295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A4158CCC-00E7-A20A-3214-345835850D8D}"/>
                  </a:ext>
                </a:extLst>
              </p:cNvPr>
              <p:cNvSpPr/>
              <p:nvPr/>
            </p:nvSpPr>
            <p:spPr>
              <a:xfrm>
                <a:off x="7519773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D34B9A37-9813-9C17-E6DD-06F6E34BBE4A}"/>
                  </a:ext>
                </a:extLst>
              </p:cNvPr>
              <p:cNvSpPr/>
              <p:nvPr/>
            </p:nvSpPr>
            <p:spPr>
              <a:xfrm>
                <a:off x="7776251" y="62456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E6DFCB70-44C2-3971-DF44-6EF3325560E2}"/>
                  </a:ext>
                </a:extLst>
              </p:cNvPr>
              <p:cNvSpPr/>
              <p:nvPr/>
            </p:nvSpPr>
            <p:spPr>
              <a:xfrm>
                <a:off x="8032729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A6C08ECF-D85A-3836-6D6E-2650E6FDB87C}"/>
                  </a:ext>
                </a:extLst>
              </p:cNvPr>
              <p:cNvSpPr/>
              <p:nvPr/>
            </p:nvSpPr>
            <p:spPr>
              <a:xfrm>
                <a:off x="828920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C1DFED50-48AB-7445-A5BC-97335B5621B7}"/>
                  </a:ext>
                </a:extLst>
              </p:cNvPr>
              <p:cNvSpPr/>
              <p:nvPr/>
            </p:nvSpPr>
            <p:spPr>
              <a:xfrm>
                <a:off x="855275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CE4ECE38-5179-6723-AA2D-8EF0EE1ECD83}"/>
                  </a:ext>
                </a:extLst>
              </p:cNvPr>
              <p:cNvSpPr/>
              <p:nvPr/>
            </p:nvSpPr>
            <p:spPr>
              <a:xfrm>
                <a:off x="881630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2E27F817-8C8A-D995-C622-70F5C338DBE2}"/>
                  </a:ext>
                </a:extLst>
              </p:cNvPr>
              <p:cNvSpPr/>
              <p:nvPr/>
            </p:nvSpPr>
            <p:spPr>
              <a:xfrm>
                <a:off x="9079857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00FF43E4-88B5-F67C-F8F6-12EFE8FE8E1F}"/>
                  </a:ext>
                </a:extLst>
              </p:cNvPr>
              <p:cNvSpPr/>
              <p:nvPr/>
            </p:nvSpPr>
            <p:spPr>
              <a:xfrm>
                <a:off x="9336335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C001AE44-1C8C-B9E0-8981-4E76FDE73815}"/>
                  </a:ext>
                </a:extLst>
              </p:cNvPr>
              <p:cNvSpPr/>
              <p:nvPr/>
            </p:nvSpPr>
            <p:spPr>
              <a:xfrm>
                <a:off x="9592813" y="623742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233ABBE0-0A9A-07F1-C09C-1D107EFD906E}"/>
                  </a:ext>
                </a:extLst>
              </p:cNvPr>
              <p:cNvSpPr/>
              <p:nvPr/>
            </p:nvSpPr>
            <p:spPr>
              <a:xfrm>
                <a:off x="9849291" y="62456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C35F5B71-10C4-3928-9936-23B65CF3CBBF}"/>
                  </a:ext>
                </a:extLst>
              </p:cNvPr>
              <p:cNvSpPr/>
              <p:nvPr/>
            </p:nvSpPr>
            <p:spPr>
              <a:xfrm>
                <a:off x="1939894" y="398710"/>
                <a:ext cx="116611" cy="21309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138222D4-A650-4010-A2B2-454F0EC1FA56}"/>
                  </a:ext>
                </a:extLst>
              </p:cNvPr>
              <p:cNvSpPr/>
              <p:nvPr/>
            </p:nvSpPr>
            <p:spPr>
              <a:xfrm>
                <a:off x="10118960" y="6234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87CD7B81-25D1-EC0B-A074-9FD0FEFDA3D7}"/>
                  </a:ext>
                </a:extLst>
              </p:cNvPr>
              <p:cNvSpPr/>
              <p:nvPr/>
            </p:nvSpPr>
            <p:spPr>
              <a:xfrm>
                <a:off x="10375438" y="6234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7D747479-ED25-8177-8C1F-2B479C696641}"/>
                  </a:ext>
                </a:extLst>
              </p:cNvPr>
              <p:cNvSpPr/>
              <p:nvPr/>
            </p:nvSpPr>
            <p:spPr>
              <a:xfrm>
                <a:off x="10638988" y="6234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E0E1845F-076D-0573-CE64-9DCE49305B19}"/>
                  </a:ext>
                </a:extLst>
              </p:cNvPr>
              <p:cNvSpPr/>
              <p:nvPr/>
            </p:nvSpPr>
            <p:spPr>
              <a:xfrm>
                <a:off x="10902538" y="6234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846961F9-7BD8-F4DF-36DB-17DA2FA3F498}"/>
                  </a:ext>
                </a:extLst>
              </p:cNvPr>
              <p:cNvSpPr/>
              <p:nvPr/>
            </p:nvSpPr>
            <p:spPr>
              <a:xfrm>
                <a:off x="11166088" y="6234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1D67B30B-BFBC-A4B1-3AFB-C113F3922E62}"/>
                  </a:ext>
                </a:extLst>
              </p:cNvPr>
              <p:cNvSpPr/>
              <p:nvPr/>
            </p:nvSpPr>
            <p:spPr>
              <a:xfrm>
                <a:off x="11422566" y="6234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46EBE5D2-3BF4-0D41-2E85-9772D77DE08B}"/>
                  </a:ext>
                </a:extLst>
              </p:cNvPr>
              <p:cNvSpPr/>
              <p:nvPr/>
            </p:nvSpPr>
            <p:spPr>
              <a:xfrm>
                <a:off x="11679044" y="62342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F61992EA-E33F-F2B3-CE10-93CE7CEE2DC4}"/>
                  </a:ext>
                </a:extLst>
              </p:cNvPr>
              <p:cNvSpPr/>
              <p:nvPr/>
            </p:nvSpPr>
            <p:spPr>
              <a:xfrm>
                <a:off x="11935522" y="62425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6A90CA48-D3D8-065C-30B4-0745D2672080}"/>
                  </a:ext>
                </a:extLst>
              </p:cNvPr>
              <p:cNvSpPr/>
              <p:nvPr/>
            </p:nvSpPr>
            <p:spPr>
              <a:xfrm>
                <a:off x="1820181" y="39871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CC6B5C6F-A14C-E872-F7AE-B0C35E9B2ECA}"/>
                  </a:ext>
                </a:extLst>
              </p:cNvPr>
              <p:cNvSpPr/>
              <p:nvPr/>
            </p:nvSpPr>
            <p:spPr>
              <a:xfrm>
                <a:off x="2076659" y="39871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EE244D92-BB36-705C-075F-DDF00D00DD26}"/>
                  </a:ext>
                </a:extLst>
              </p:cNvPr>
              <p:cNvSpPr/>
              <p:nvPr/>
            </p:nvSpPr>
            <p:spPr>
              <a:xfrm>
                <a:off x="2340209" y="39871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14EE1447-8E3D-D7A4-42FF-1AB739E19ECF}"/>
                  </a:ext>
                </a:extLst>
              </p:cNvPr>
              <p:cNvSpPr/>
              <p:nvPr/>
            </p:nvSpPr>
            <p:spPr>
              <a:xfrm>
                <a:off x="2603759" y="39871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1" name="Rectangle 510">
                <a:extLst>
                  <a:ext uri="{FF2B5EF4-FFF2-40B4-BE49-F238E27FC236}">
                    <a16:creationId xmlns:a16="http://schemas.microsoft.com/office/drawing/2014/main" id="{9677A713-B4EA-2B61-595D-7B66E7CC57C5}"/>
                  </a:ext>
                </a:extLst>
              </p:cNvPr>
              <p:cNvSpPr/>
              <p:nvPr/>
            </p:nvSpPr>
            <p:spPr>
              <a:xfrm>
                <a:off x="2867309" y="39871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67168620-19E3-546D-D922-F1A7176D8C1D}"/>
                  </a:ext>
                </a:extLst>
              </p:cNvPr>
              <p:cNvSpPr/>
              <p:nvPr/>
            </p:nvSpPr>
            <p:spPr>
              <a:xfrm>
                <a:off x="3123787" y="39871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2AABC4E0-C67A-3D4F-59D1-DF11B5BEAE69}"/>
                  </a:ext>
                </a:extLst>
              </p:cNvPr>
              <p:cNvSpPr/>
              <p:nvPr/>
            </p:nvSpPr>
            <p:spPr>
              <a:xfrm>
                <a:off x="3380265" y="39871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20C8D0DC-FCFE-AB92-1478-400147263740}"/>
                  </a:ext>
                </a:extLst>
              </p:cNvPr>
              <p:cNvSpPr/>
              <p:nvPr/>
            </p:nvSpPr>
            <p:spPr>
              <a:xfrm>
                <a:off x="3636743" y="39953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0D345282-7536-9F64-A7AD-6AA4ECF2ADED}"/>
                </a:ext>
              </a:extLst>
            </p:cNvPr>
            <p:cNvCxnSpPr>
              <a:cxnSpLocks/>
            </p:cNvCxnSpPr>
            <p:nvPr/>
          </p:nvCxnSpPr>
          <p:spPr>
            <a:xfrm>
              <a:off x="10340941" y="6573788"/>
              <a:ext cx="1767640" cy="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77A68614-BD54-C1D0-1A0E-C2A9761ED6E4}"/>
                </a:ext>
              </a:extLst>
            </p:cNvPr>
            <p:cNvSpPr txBox="1"/>
            <p:nvPr/>
          </p:nvSpPr>
          <p:spPr>
            <a:xfrm>
              <a:off x="984999" y="5854971"/>
              <a:ext cx="1270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Adult</a:t>
              </a:r>
            </a:p>
            <a:p>
              <a:r>
                <a:rPr lang="en-US" dirty="0"/>
                <a:t>Larvae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1C00C3DF-6B27-6985-C6ED-45D77805BCE1}"/>
                </a:ext>
              </a:extLst>
            </p:cNvPr>
            <p:cNvSpPr txBox="1"/>
            <p:nvPr/>
          </p:nvSpPr>
          <p:spPr>
            <a:xfrm>
              <a:off x="10340940" y="5808805"/>
              <a:ext cx="2697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med / high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AA9AC4F-82DE-8E07-5587-EEF7F152635D}"/>
              </a:ext>
            </a:extLst>
          </p:cNvPr>
          <p:cNvSpPr/>
          <p:nvPr/>
        </p:nvSpPr>
        <p:spPr>
          <a:xfrm>
            <a:off x="1956510" y="964951"/>
            <a:ext cx="116611" cy="213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82159-8669-A36B-CFCD-5AB737CDD543}"/>
              </a:ext>
            </a:extLst>
          </p:cNvPr>
          <p:cNvSpPr/>
          <p:nvPr/>
        </p:nvSpPr>
        <p:spPr>
          <a:xfrm>
            <a:off x="1952276" y="1754583"/>
            <a:ext cx="116611" cy="213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373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D2CB1F-4EE2-57C7-90A3-BBE58B667615}"/>
              </a:ext>
            </a:extLst>
          </p:cNvPr>
          <p:cNvGrpSpPr/>
          <p:nvPr/>
        </p:nvGrpSpPr>
        <p:grpSpPr>
          <a:xfrm>
            <a:off x="975373" y="64747"/>
            <a:ext cx="12053689" cy="797718"/>
            <a:chOff x="984998" y="6785119"/>
            <a:chExt cx="12053689" cy="7977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51F35C9-B1D9-3F9F-8459-485FC4BC2D61}"/>
                </a:ext>
              </a:extLst>
            </p:cNvPr>
            <p:cNvGrpSpPr/>
            <p:nvPr/>
          </p:nvGrpSpPr>
          <p:grpSpPr>
            <a:xfrm>
              <a:off x="1818727" y="6914765"/>
              <a:ext cx="10373273" cy="481943"/>
              <a:chOff x="1812265" y="1710147"/>
              <a:chExt cx="10373273" cy="481943"/>
            </a:xfrm>
            <a:solidFill>
              <a:srgbClr val="BBDF27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06E156B-159C-64C6-8620-B7640B9AF66C}"/>
                  </a:ext>
                </a:extLst>
              </p:cNvPr>
              <p:cNvSpPr/>
              <p:nvPr/>
            </p:nvSpPr>
            <p:spPr>
              <a:xfrm>
                <a:off x="181226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B434C44-11D0-B247-62FC-5C7EE7FE572B}"/>
                  </a:ext>
                </a:extLst>
              </p:cNvPr>
              <p:cNvSpPr/>
              <p:nvPr/>
            </p:nvSpPr>
            <p:spPr>
              <a:xfrm>
                <a:off x="2068743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B3E00A9-486D-BAA5-BF4F-0E3975E671D9}"/>
                  </a:ext>
                </a:extLst>
              </p:cNvPr>
              <p:cNvSpPr/>
              <p:nvPr/>
            </p:nvSpPr>
            <p:spPr>
              <a:xfrm>
                <a:off x="2332293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12B3C4-25F6-C53D-3A26-987038BA9D7B}"/>
                  </a:ext>
                </a:extLst>
              </p:cNvPr>
              <p:cNvSpPr/>
              <p:nvPr/>
            </p:nvSpPr>
            <p:spPr>
              <a:xfrm>
                <a:off x="2595843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398D6E4-672B-C2AB-418B-4E278B82622F}"/>
                  </a:ext>
                </a:extLst>
              </p:cNvPr>
              <p:cNvSpPr/>
              <p:nvPr/>
            </p:nvSpPr>
            <p:spPr>
              <a:xfrm>
                <a:off x="2859393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AA5E31E-4317-3D4B-8D8E-C46E5A29A3AE}"/>
                  </a:ext>
                </a:extLst>
              </p:cNvPr>
              <p:cNvSpPr/>
              <p:nvPr/>
            </p:nvSpPr>
            <p:spPr>
              <a:xfrm>
                <a:off x="3115871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1773EF8-AB05-DC21-3655-9D6EFB0B45FA}"/>
                  </a:ext>
                </a:extLst>
              </p:cNvPr>
              <p:cNvSpPr/>
              <p:nvPr/>
            </p:nvSpPr>
            <p:spPr>
              <a:xfrm>
                <a:off x="3372349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0DD94-744B-ABDB-DB00-854922990B94}"/>
                  </a:ext>
                </a:extLst>
              </p:cNvPr>
              <p:cNvSpPr/>
              <p:nvPr/>
            </p:nvSpPr>
            <p:spPr>
              <a:xfrm>
                <a:off x="3628827" y="1957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A662431-3450-13B4-8578-CA50A9A358C3}"/>
                  </a:ext>
                </a:extLst>
              </p:cNvPr>
              <p:cNvSpPr/>
              <p:nvPr/>
            </p:nvSpPr>
            <p:spPr>
              <a:xfrm>
                <a:off x="3892377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B6B7FA5-C8F5-1471-FE07-9088E3E2960E}"/>
                  </a:ext>
                </a:extLst>
              </p:cNvPr>
              <p:cNvSpPr/>
              <p:nvPr/>
            </p:nvSpPr>
            <p:spPr>
              <a:xfrm>
                <a:off x="414885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987694F-DA02-189E-E6A5-201FFC35928A}"/>
                  </a:ext>
                </a:extLst>
              </p:cNvPr>
              <p:cNvSpPr/>
              <p:nvPr/>
            </p:nvSpPr>
            <p:spPr>
              <a:xfrm>
                <a:off x="441240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2E847E7-8AF6-CB6B-C2D6-3F9FC3DD8DA9}"/>
                  </a:ext>
                </a:extLst>
              </p:cNvPr>
              <p:cNvSpPr/>
              <p:nvPr/>
            </p:nvSpPr>
            <p:spPr>
              <a:xfrm>
                <a:off x="467595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56A23E5-4080-9F22-4557-58D0AEC6E85F}"/>
                  </a:ext>
                </a:extLst>
              </p:cNvPr>
              <p:cNvSpPr/>
              <p:nvPr/>
            </p:nvSpPr>
            <p:spPr>
              <a:xfrm>
                <a:off x="493950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B58CC66-B714-91ED-750E-39059DAC98AC}"/>
                  </a:ext>
                </a:extLst>
              </p:cNvPr>
              <p:cNvSpPr/>
              <p:nvPr/>
            </p:nvSpPr>
            <p:spPr>
              <a:xfrm>
                <a:off x="5195983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A03B114-C5A3-AF14-CB0D-AE4CA6E3FE05}"/>
                  </a:ext>
                </a:extLst>
              </p:cNvPr>
              <p:cNvSpPr/>
              <p:nvPr/>
            </p:nvSpPr>
            <p:spPr>
              <a:xfrm>
                <a:off x="5452461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84EB824-0285-4D27-65BE-DE89CDAE730F}"/>
                  </a:ext>
                </a:extLst>
              </p:cNvPr>
              <p:cNvSpPr/>
              <p:nvPr/>
            </p:nvSpPr>
            <p:spPr>
              <a:xfrm>
                <a:off x="5708939" y="1957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A1FD6F8-688B-F7FC-E935-0A4A252BF6D7}"/>
                  </a:ext>
                </a:extLst>
              </p:cNvPr>
              <p:cNvSpPr/>
              <p:nvPr/>
            </p:nvSpPr>
            <p:spPr>
              <a:xfrm>
                <a:off x="5953227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BA8DCE-526A-9364-A728-C7A295262221}"/>
                  </a:ext>
                </a:extLst>
              </p:cNvPr>
              <p:cNvSpPr/>
              <p:nvPr/>
            </p:nvSpPr>
            <p:spPr>
              <a:xfrm>
                <a:off x="620970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15C76B0-0260-4DD5-A0C1-1C56C1B54EFB}"/>
                  </a:ext>
                </a:extLst>
              </p:cNvPr>
              <p:cNvSpPr/>
              <p:nvPr/>
            </p:nvSpPr>
            <p:spPr>
              <a:xfrm>
                <a:off x="647325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3669309-E178-0E43-918D-C2F1DBB3549A}"/>
                  </a:ext>
                </a:extLst>
              </p:cNvPr>
              <p:cNvSpPr/>
              <p:nvPr/>
            </p:nvSpPr>
            <p:spPr>
              <a:xfrm>
                <a:off x="673680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9FC9C9E-C5DA-C89B-5345-F5A38C93C25C}"/>
                  </a:ext>
                </a:extLst>
              </p:cNvPr>
              <p:cNvSpPr/>
              <p:nvPr/>
            </p:nvSpPr>
            <p:spPr>
              <a:xfrm>
                <a:off x="700035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8F0DA07-10C7-F88B-9181-4A5820B6FAC9}"/>
                  </a:ext>
                </a:extLst>
              </p:cNvPr>
              <p:cNvSpPr/>
              <p:nvPr/>
            </p:nvSpPr>
            <p:spPr>
              <a:xfrm>
                <a:off x="7256833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A75AC75-C976-69EB-E139-44B5A52FC27E}"/>
                  </a:ext>
                </a:extLst>
              </p:cNvPr>
              <p:cNvSpPr/>
              <p:nvPr/>
            </p:nvSpPr>
            <p:spPr>
              <a:xfrm>
                <a:off x="7513311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F0C84B6-BBD0-4394-F724-E77131EDD319}"/>
                  </a:ext>
                </a:extLst>
              </p:cNvPr>
              <p:cNvSpPr/>
              <p:nvPr/>
            </p:nvSpPr>
            <p:spPr>
              <a:xfrm>
                <a:off x="7769789" y="1957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3879805-971F-4FCB-3703-369F1C4A7DDE}"/>
                  </a:ext>
                </a:extLst>
              </p:cNvPr>
              <p:cNvSpPr/>
              <p:nvPr/>
            </p:nvSpPr>
            <p:spPr>
              <a:xfrm>
                <a:off x="8026267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143AC5D-7C0E-BF79-D749-5D43A1387A2C}"/>
                  </a:ext>
                </a:extLst>
              </p:cNvPr>
              <p:cNvSpPr/>
              <p:nvPr/>
            </p:nvSpPr>
            <p:spPr>
              <a:xfrm>
                <a:off x="828274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6551430-F50C-CE86-736C-10740E006D2A}"/>
                  </a:ext>
                </a:extLst>
              </p:cNvPr>
              <p:cNvSpPr/>
              <p:nvPr/>
            </p:nvSpPr>
            <p:spPr>
              <a:xfrm>
                <a:off x="854629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A993F81-4694-7750-C935-6C173BE2F580}"/>
                  </a:ext>
                </a:extLst>
              </p:cNvPr>
              <p:cNvSpPr/>
              <p:nvPr/>
            </p:nvSpPr>
            <p:spPr>
              <a:xfrm>
                <a:off x="880984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EDACF09-2F2F-33A8-0CE9-A99654738A03}"/>
                  </a:ext>
                </a:extLst>
              </p:cNvPr>
              <p:cNvSpPr/>
              <p:nvPr/>
            </p:nvSpPr>
            <p:spPr>
              <a:xfrm>
                <a:off x="9073395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D9C7744-7618-536F-D1A5-9FE4B566AB52}"/>
                  </a:ext>
                </a:extLst>
              </p:cNvPr>
              <p:cNvSpPr/>
              <p:nvPr/>
            </p:nvSpPr>
            <p:spPr>
              <a:xfrm>
                <a:off x="9329873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EECFEB-3B1D-39EE-A7AF-08A10A460393}"/>
                  </a:ext>
                </a:extLst>
              </p:cNvPr>
              <p:cNvSpPr/>
              <p:nvPr/>
            </p:nvSpPr>
            <p:spPr>
              <a:xfrm>
                <a:off x="9586351" y="1957088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16C7807-1397-8A6F-6C1D-910F2B272BE7}"/>
                  </a:ext>
                </a:extLst>
              </p:cNvPr>
              <p:cNvSpPr/>
              <p:nvPr/>
            </p:nvSpPr>
            <p:spPr>
              <a:xfrm>
                <a:off x="9842829" y="1957914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AA891E5-4299-5783-40D8-F04151F92553}"/>
                  </a:ext>
                </a:extLst>
              </p:cNvPr>
              <p:cNvSpPr/>
              <p:nvPr/>
            </p:nvSpPr>
            <p:spPr>
              <a:xfrm>
                <a:off x="1933432" y="1732056"/>
                <a:ext cx="116611" cy="21309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D09DF0B-BC19-824F-EEFC-B1D7236206FC}"/>
                  </a:ext>
                </a:extLst>
              </p:cNvPr>
              <p:cNvSpPr/>
              <p:nvPr/>
            </p:nvSpPr>
            <p:spPr>
              <a:xfrm>
                <a:off x="10112498" y="19567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E68306C-FAFF-4902-2C82-1F1DAE18D1B1}"/>
                  </a:ext>
                </a:extLst>
              </p:cNvPr>
              <p:cNvSpPr/>
              <p:nvPr/>
            </p:nvSpPr>
            <p:spPr>
              <a:xfrm>
                <a:off x="10368976" y="19567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01CB870-2FFE-7E19-7490-4A4510E89B3D}"/>
                  </a:ext>
                </a:extLst>
              </p:cNvPr>
              <p:cNvSpPr/>
              <p:nvPr/>
            </p:nvSpPr>
            <p:spPr>
              <a:xfrm>
                <a:off x="10632526" y="19567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1EEF64E-FDFB-B68E-2186-9403D6124CE9}"/>
                  </a:ext>
                </a:extLst>
              </p:cNvPr>
              <p:cNvSpPr/>
              <p:nvPr/>
            </p:nvSpPr>
            <p:spPr>
              <a:xfrm>
                <a:off x="10896076" y="19567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913D6A0-A8D3-251C-E0E7-6C4B1ABEBA01}"/>
                  </a:ext>
                </a:extLst>
              </p:cNvPr>
              <p:cNvSpPr/>
              <p:nvPr/>
            </p:nvSpPr>
            <p:spPr>
              <a:xfrm>
                <a:off x="11159626" y="19567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B6FCA06-0C92-8420-D791-51224B93D30E}"/>
                  </a:ext>
                </a:extLst>
              </p:cNvPr>
              <p:cNvSpPr/>
              <p:nvPr/>
            </p:nvSpPr>
            <p:spPr>
              <a:xfrm>
                <a:off x="11416104" y="19567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D1EB1F8-A112-604C-347C-6833CE4AB474}"/>
                  </a:ext>
                </a:extLst>
              </p:cNvPr>
              <p:cNvSpPr/>
              <p:nvPr/>
            </p:nvSpPr>
            <p:spPr>
              <a:xfrm>
                <a:off x="11672582" y="1956770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8C8B78E-9AE2-12A1-2E88-EEE1734C0F45}"/>
                  </a:ext>
                </a:extLst>
              </p:cNvPr>
              <p:cNvSpPr/>
              <p:nvPr/>
            </p:nvSpPr>
            <p:spPr>
              <a:xfrm>
                <a:off x="11929060" y="1957596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7689716-DE33-BBC1-76CA-FD5EE07D4028}"/>
                  </a:ext>
                </a:extLst>
              </p:cNvPr>
              <p:cNvSpPr/>
              <p:nvPr/>
            </p:nvSpPr>
            <p:spPr>
              <a:xfrm>
                <a:off x="181226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C3CC939-5793-9DA5-8B2E-76698AA323DD}"/>
                  </a:ext>
                </a:extLst>
              </p:cNvPr>
              <p:cNvSpPr/>
              <p:nvPr/>
            </p:nvSpPr>
            <p:spPr>
              <a:xfrm>
                <a:off x="2068743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A0F193A-1F95-A440-F85C-4726A0EFA2E7}"/>
                  </a:ext>
                </a:extLst>
              </p:cNvPr>
              <p:cNvSpPr/>
              <p:nvPr/>
            </p:nvSpPr>
            <p:spPr>
              <a:xfrm>
                <a:off x="2332293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202ADA1-2EEC-DDF8-0427-C1752C6373A7}"/>
                  </a:ext>
                </a:extLst>
              </p:cNvPr>
              <p:cNvSpPr/>
              <p:nvPr/>
            </p:nvSpPr>
            <p:spPr>
              <a:xfrm>
                <a:off x="2595843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093E293-E81F-3A11-F43E-96D9B7922F62}"/>
                  </a:ext>
                </a:extLst>
              </p:cNvPr>
              <p:cNvSpPr/>
              <p:nvPr/>
            </p:nvSpPr>
            <p:spPr>
              <a:xfrm>
                <a:off x="2859393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C3B8D68-1201-D717-21A4-FA65FA380CD2}"/>
                  </a:ext>
                </a:extLst>
              </p:cNvPr>
              <p:cNvSpPr/>
              <p:nvPr/>
            </p:nvSpPr>
            <p:spPr>
              <a:xfrm>
                <a:off x="3115871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B867A2A-A5E8-B05B-B0B4-95B5BFEDA0DC}"/>
                  </a:ext>
                </a:extLst>
              </p:cNvPr>
              <p:cNvSpPr/>
              <p:nvPr/>
            </p:nvSpPr>
            <p:spPr>
              <a:xfrm>
                <a:off x="3372349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605257D-D3D8-691F-A850-8A2EFD9AFC01}"/>
                  </a:ext>
                </a:extLst>
              </p:cNvPr>
              <p:cNvSpPr/>
              <p:nvPr/>
            </p:nvSpPr>
            <p:spPr>
              <a:xfrm>
                <a:off x="3628827" y="1710973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A38DB95-6330-2CF1-C48E-69AE8B8BBA9E}"/>
                  </a:ext>
                </a:extLst>
              </p:cNvPr>
              <p:cNvSpPr/>
              <p:nvPr/>
            </p:nvSpPr>
            <p:spPr>
              <a:xfrm>
                <a:off x="3892377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B5C0586-DEE3-B20E-783C-C1BD1CB02ACA}"/>
                  </a:ext>
                </a:extLst>
              </p:cNvPr>
              <p:cNvSpPr/>
              <p:nvPr/>
            </p:nvSpPr>
            <p:spPr>
              <a:xfrm>
                <a:off x="414885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FDDE5DEF-1604-7769-9626-6B90A4B8F1F8}"/>
                  </a:ext>
                </a:extLst>
              </p:cNvPr>
              <p:cNvSpPr/>
              <p:nvPr/>
            </p:nvSpPr>
            <p:spPr>
              <a:xfrm>
                <a:off x="441240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F6B14C6-3E22-0285-C628-20220474BEE7}"/>
                  </a:ext>
                </a:extLst>
              </p:cNvPr>
              <p:cNvSpPr/>
              <p:nvPr/>
            </p:nvSpPr>
            <p:spPr>
              <a:xfrm>
                <a:off x="467595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4343797-1478-897F-13B9-CB4D84803882}"/>
                  </a:ext>
                </a:extLst>
              </p:cNvPr>
              <p:cNvSpPr/>
              <p:nvPr/>
            </p:nvSpPr>
            <p:spPr>
              <a:xfrm>
                <a:off x="493950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552A344-3280-8274-7DC5-66EA0AE22172}"/>
                  </a:ext>
                </a:extLst>
              </p:cNvPr>
              <p:cNvSpPr/>
              <p:nvPr/>
            </p:nvSpPr>
            <p:spPr>
              <a:xfrm>
                <a:off x="5195983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C931BAF-05ED-DD20-293C-1C70EE74EBC2}"/>
                  </a:ext>
                </a:extLst>
              </p:cNvPr>
              <p:cNvSpPr/>
              <p:nvPr/>
            </p:nvSpPr>
            <p:spPr>
              <a:xfrm>
                <a:off x="5452461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3F010ED-6074-ECBA-AC1A-A7957329029F}"/>
                  </a:ext>
                </a:extLst>
              </p:cNvPr>
              <p:cNvSpPr/>
              <p:nvPr/>
            </p:nvSpPr>
            <p:spPr>
              <a:xfrm>
                <a:off x="5708939" y="1710973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6E9CADC-54FA-9568-DA83-40F00E4AD339}"/>
                  </a:ext>
                </a:extLst>
              </p:cNvPr>
              <p:cNvSpPr/>
              <p:nvPr/>
            </p:nvSpPr>
            <p:spPr>
              <a:xfrm>
                <a:off x="5953227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5D54D69-2585-1AB7-E3AF-17BA1154A2ED}"/>
                  </a:ext>
                </a:extLst>
              </p:cNvPr>
              <p:cNvSpPr/>
              <p:nvPr/>
            </p:nvSpPr>
            <p:spPr>
              <a:xfrm>
                <a:off x="620970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D85B317-E174-2774-ABFD-B6FFC4A56D64}"/>
                  </a:ext>
                </a:extLst>
              </p:cNvPr>
              <p:cNvSpPr/>
              <p:nvPr/>
            </p:nvSpPr>
            <p:spPr>
              <a:xfrm>
                <a:off x="647325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248CC7C-4E59-2017-B890-FBE9594F156E}"/>
                  </a:ext>
                </a:extLst>
              </p:cNvPr>
              <p:cNvSpPr/>
              <p:nvPr/>
            </p:nvSpPr>
            <p:spPr>
              <a:xfrm>
                <a:off x="673680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97A3ABE-9F01-12DD-1966-334B75E27C4E}"/>
                  </a:ext>
                </a:extLst>
              </p:cNvPr>
              <p:cNvSpPr/>
              <p:nvPr/>
            </p:nvSpPr>
            <p:spPr>
              <a:xfrm>
                <a:off x="700035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512BA5F-407A-B3B5-FAE2-D068644D3D28}"/>
                  </a:ext>
                </a:extLst>
              </p:cNvPr>
              <p:cNvSpPr/>
              <p:nvPr/>
            </p:nvSpPr>
            <p:spPr>
              <a:xfrm>
                <a:off x="7256833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9C945C2-960F-B104-51A6-0282FEEF7305}"/>
                  </a:ext>
                </a:extLst>
              </p:cNvPr>
              <p:cNvSpPr/>
              <p:nvPr/>
            </p:nvSpPr>
            <p:spPr>
              <a:xfrm>
                <a:off x="7513311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63AF68F-35F0-50D9-AC0F-7E7140F1027F}"/>
                  </a:ext>
                </a:extLst>
              </p:cNvPr>
              <p:cNvSpPr/>
              <p:nvPr/>
            </p:nvSpPr>
            <p:spPr>
              <a:xfrm>
                <a:off x="7769789" y="1710973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C554AAC-ABAA-885B-F84B-F405EF04B138}"/>
                  </a:ext>
                </a:extLst>
              </p:cNvPr>
              <p:cNvSpPr/>
              <p:nvPr/>
            </p:nvSpPr>
            <p:spPr>
              <a:xfrm>
                <a:off x="8026267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A4F5107F-433B-28D5-C7F8-CF93F749C450}"/>
                  </a:ext>
                </a:extLst>
              </p:cNvPr>
              <p:cNvSpPr/>
              <p:nvPr/>
            </p:nvSpPr>
            <p:spPr>
              <a:xfrm>
                <a:off x="828274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C9C660A-ED51-94BF-F162-8B15543E05D9}"/>
                  </a:ext>
                </a:extLst>
              </p:cNvPr>
              <p:cNvSpPr/>
              <p:nvPr/>
            </p:nvSpPr>
            <p:spPr>
              <a:xfrm>
                <a:off x="854629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3D54C7E2-6FD7-E0FB-B602-89E841059643}"/>
                  </a:ext>
                </a:extLst>
              </p:cNvPr>
              <p:cNvSpPr/>
              <p:nvPr/>
            </p:nvSpPr>
            <p:spPr>
              <a:xfrm>
                <a:off x="880984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50ABE2B-3A5D-EF3B-B76A-8CB51A8747F8}"/>
                  </a:ext>
                </a:extLst>
              </p:cNvPr>
              <p:cNvSpPr/>
              <p:nvPr/>
            </p:nvSpPr>
            <p:spPr>
              <a:xfrm>
                <a:off x="9073395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3C21C753-FC00-BA7E-36FC-79AC3ECB9D00}"/>
                  </a:ext>
                </a:extLst>
              </p:cNvPr>
              <p:cNvSpPr/>
              <p:nvPr/>
            </p:nvSpPr>
            <p:spPr>
              <a:xfrm>
                <a:off x="9329873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DEE78A53-53BD-008A-CA31-C5B584FBB806}"/>
                  </a:ext>
                </a:extLst>
              </p:cNvPr>
              <p:cNvSpPr/>
              <p:nvPr/>
            </p:nvSpPr>
            <p:spPr>
              <a:xfrm>
                <a:off x="9586351" y="1710147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077FB76-B71D-F00B-3090-2CCD9DF2D1BD}"/>
                  </a:ext>
                </a:extLst>
              </p:cNvPr>
              <p:cNvSpPr/>
              <p:nvPr/>
            </p:nvSpPr>
            <p:spPr>
              <a:xfrm>
                <a:off x="9842829" y="1710973"/>
                <a:ext cx="256478" cy="234176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992D72C-F70F-3359-3546-71FB44991DD3}"/>
                </a:ext>
              </a:extLst>
            </p:cNvPr>
            <p:cNvSpPr txBox="1"/>
            <p:nvPr/>
          </p:nvSpPr>
          <p:spPr>
            <a:xfrm>
              <a:off x="984998" y="6831285"/>
              <a:ext cx="12705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Adult</a:t>
              </a:r>
            </a:p>
            <a:p>
              <a:r>
                <a:rPr lang="en-US" dirty="0"/>
                <a:t>Larvae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C61F31-A67B-170A-197E-348B84004681}"/>
                </a:ext>
              </a:extLst>
            </p:cNvPr>
            <p:cNvSpPr txBox="1"/>
            <p:nvPr/>
          </p:nvSpPr>
          <p:spPr>
            <a:xfrm>
              <a:off x="10340940" y="6785119"/>
              <a:ext cx="26977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high / high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DAA36EB-314D-95A6-0D72-B127506E0C39}"/>
                </a:ext>
              </a:extLst>
            </p:cNvPr>
            <p:cNvCxnSpPr>
              <a:cxnSpLocks/>
            </p:cNvCxnSpPr>
            <p:nvPr/>
          </p:nvCxnSpPr>
          <p:spPr>
            <a:xfrm>
              <a:off x="10424360" y="7582837"/>
              <a:ext cx="17676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0" name="TextBox 519">
            <a:extLst>
              <a:ext uri="{FF2B5EF4-FFF2-40B4-BE49-F238E27FC236}">
                <a16:creationId xmlns:a16="http://schemas.microsoft.com/office/drawing/2014/main" id="{98732F89-E4D6-2D75-FC38-81B9F4840974}"/>
              </a:ext>
            </a:extLst>
          </p:cNvPr>
          <p:cNvSpPr txBox="1"/>
          <p:nvPr/>
        </p:nvSpPr>
        <p:spPr>
          <a:xfrm>
            <a:off x="10414735" y="861639"/>
            <a:ext cx="2081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 192 Grid Cells</a:t>
            </a:r>
          </a:p>
        </p:txBody>
      </p:sp>
    </p:spTree>
    <p:extLst>
      <p:ext uri="{BB962C8B-B14F-4D97-AF65-F5344CB8AC3E}">
        <p14:creationId xmlns:p14="http://schemas.microsoft.com/office/powerpoint/2010/main" val="154560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49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Alicia</dc:creator>
  <cp:lastModifiedBy>Alicia</cp:lastModifiedBy>
  <cp:revision>20</cp:revision>
  <dcterms:created xsi:type="dcterms:W3CDTF">2025-04-10T16:27:16Z</dcterms:created>
  <dcterms:modified xsi:type="dcterms:W3CDTF">2025-04-16T15:50:45Z</dcterms:modified>
</cp:coreProperties>
</file>